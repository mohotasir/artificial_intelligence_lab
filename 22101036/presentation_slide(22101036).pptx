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29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120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119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12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33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12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127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131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25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128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12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124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32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130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126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81" r:id="rId5"/>
    <p:sldMasterId id="2147483782" r:id="rId6"/>
    <p:sldMasterId id="2147483783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</p:sldIdLst>
  <p:sldSz cy="5143500" cx="9144000"/>
  <p:notesSz cx="6858000" cy="9144000"/>
  <p:embeddedFontLst>
    <p:embeddedFont>
      <p:font typeface="Hanken Grotesk Medium"/>
      <p:regular r:id="rId22"/>
      <p:bold r:id="rId23"/>
      <p:italic r:id="rId24"/>
      <p:boldItalic r:id="rId25"/>
    </p:embeddedFont>
    <p:embeddedFont>
      <p:font typeface="Hanken Grotesk"/>
      <p:regular r:id="rId26"/>
      <p:bold r:id="rId27"/>
      <p:italic r:id="rId28"/>
      <p:boldItalic r:id="rId29"/>
    </p:embeddedFont>
    <p:embeddedFont>
      <p:font typeface="Hanken Grotesk SemiBold"/>
      <p:regular r:id="rId30"/>
      <p:bold r:id="rId31"/>
      <p:italic r:id="rId32"/>
      <p:boldItalic r:id="rId33"/>
    </p:embeddedFont>
    <p:embeddedFont>
      <p:font typeface="Corben"/>
      <p:regular r:id="rId34"/>
      <p:bold r:id="rId35"/>
    </p:embeddedFont>
    <p:embeddedFont>
      <p:font typeface="Instrument Sans SemiBold"/>
      <p:regular r:id="rId36"/>
      <p:bold r:id="rId37"/>
      <p:italic r:id="rId38"/>
      <p:boldItalic r:id="rId39"/>
    </p:embeddedFont>
    <p:embeddedFont>
      <p:font typeface="Urbanist SemiBold"/>
      <p:regular r:id="rId40"/>
      <p:bold r:id="rId41"/>
      <p:italic r:id="rId42"/>
      <p:boldItalic r:id="rId43"/>
    </p:embeddedFont>
    <p:embeddedFont>
      <p:font typeface="Instrument Sans"/>
      <p:regular r:id="rId44"/>
      <p:bold r:id="rId45"/>
      <p:italic r:id="rId46"/>
      <p:boldItalic r:id="rId47"/>
    </p:embeddedFont>
    <p:embeddedFont>
      <p:font typeface="Work Sans"/>
      <p:regular r:id="rId48"/>
      <p:bold r:id="rId49"/>
      <p:italic r:id="rId50"/>
      <p:boldItalic r:id="rId51"/>
    </p:embeddedFont>
    <p:embeddedFont>
      <p:font typeface="Inter Tight"/>
      <p:regular r:id="rId52"/>
      <p:bold r:id="rId53"/>
      <p:italic r:id="rId54"/>
      <p:boldItalic r:id="rId55"/>
    </p:embeddedFont>
    <p:embeddedFont>
      <p:font typeface="Hanken Grotesk Light"/>
      <p:regular r:id="rId56"/>
      <p:bold r:id="rId57"/>
      <p:italic r:id="rId58"/>
      <p:boldItalic r:id="rId59"/>
    </p:embeddedFont>
    <p:embeddedFont>
      <p:font typeface="Neuton Light"/>
      <p:regular r:id="rId60"/>
      <p:bold r:id="rId61"/>
      <p:boldItalic r:id="rId62"/>
    </p:embeddedFont>
    <p:embeddedFont>
      <p:font typeface="Mulish"/>
      <p:regular r:id="rId63"/>
      <p:bold r:id="rId64"/>
      <p:italic r:id="rId65"/>
      <p:boldItalic r:id="rId66"/>
    </p:embeddedFont>
    <p:embeddedFont>
      <p:font typeface="Instrument Sans Medium"/>
      <p:regular r:id="rId67"/>
      <p:bold r:id="rId68"/>
      <p:italic r:id="rId69"/>
      <p:boldItalic r:id="rId70"/>
    </p:embeddedFont>
    <p:embeddedFont>
      <p:font typeface="Neuton"/>
      <p:regular r:id="rId71"/>
      <p:bold r:id="rId72"/>
      <p:italic r:id="rId73"/>
    </p:embeddedFont>
    <p:embeddedFont>
      <p:font typeface="Urbanist Medium"/>
      <p:regular r:id="rId74"/>
      <p:bold r:id="rId75"/>
      <p:italic r:id="rId76"/>
      <p:boldItalic r:id="rId77"/>
    </p:embeddedFont>
    <p:embeddedFont>
      <p:font typeface="Urbanist"/>
      <p:regular r:id="rId78"/>
      <p:bold r:id="rId79"/>
      <p:italic r:id="rId80"/>
      <p:boldItalic r:id="rId8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7C24052-DEA8-47DA-9B79-3D67CE883D7A}">
  <a:tblStyle styleId="{F7C24052-DEA8-47DA-9B79-3D67CE883D7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UrbanistSemiBold-regular.fntdata"/><Relationship Id="rId42" Type="http://schemas.openxmlformats.org/officeDocument/2006/relationships/font" Target="fonts/UrbanistSemiBold-italic.fntdata"/><Relationship Id="rId41" Type="http://schemas.openxmlformats.org/officeDocument/2006/relationships/font" Target="fonts/UrbanistSemiBold-bold.fntdata"/><Relationship Id="rId44" Type="http://schemas.openxmlformats.org/officeDocument/2006/relationships/font" Target="fonts/InstrumentSans-regular.fntdata"/><Relationship Id="rId43" Type="http://schemas.openxmlformats.org/officeDocument/2006/relationships/font" Target="fonts/UrbanistSemiBold-boldItalic.fntdata"/><Relationship Id="rId46" Type="http://schemas.openxmlformats.org/officeDocument/2006/relationships/font" Target="fonts/InstrumentSans-italic.fntdata"/><Relationship Id="rId45" Type="http://schemas.openxmlformats.org/officeDocument/2006/relationships/font" Target="fonts/InstrumentSans-bold.fntdata"/><Relationship Id="rId80" Type="http://schemas.openxmlformats.org/officeDocument/2006/relationships/font" Target="fonts/Urbanist-italic.fntdata"/><Relationship Id="rId81" Type="http://schemas.openxmlformats.org/officeDocument/2006/relationships/font" Target="fonts/Urbanist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48" Type="http://schemas.openxmlformats.org/officeDocument/2006/relationships/font" Target="fonts/WorkSans-regular.fntdata"/><Relationship Id="rId47" Type="http://schemas.openxmlformats.org/officeDocument/2006/relationships/font" Target="fonts/InstrumentSans-boldItalic.fntdata"/><Relationship Id="rId49" Type="http://schemas.openxmlformats.org/officeDocument/2006/relationships/font" Target="fonts/WorkSans-bold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73" Type="http://schemas.openxmlformats.org/officeDocument/2006/relationships/font" Target="fonts/Neuton-italic.fntdata"/><Relationship Id="rId72" Type="http://schemas.openxmlformats.org/officeDocument/2006/relationships/font" Target="fonts/Neuton-bold.fntdata"/><Relationship Id="rId31" Type="http://schemas.openxmlformats.org/officeDocument/2006/relationships/font" Target="fonts/HankenGroteskSemiBold-bold.fntdata"/><Relationship Id="rId75" Type="http://schemas.openxmlformats.org/officeDocument/2006/relationships/font" Target="fonts/UrbanistMedium-bold.fntdata"/><Relationship Id="rId30" Type="http://schemas.openxmlformats.org/officeDocument/2006/relationships/font" Target="fonts/HankenGroteskSemiBold-regular.fntdata"/><Relationship Id="rId74" Type="http://schemas.openxmlformats.org/officeDocument/2006/relationships/font" Target="fonts/UrbanistMedium-regular.fntdata"/><Relationship Id="rId33" Type="http://schemas.openxmlformats.org/officeDocument/2006/relationships/font" Target="fonts/HankenGroteskSemiBold-boldItalic.fntdata"/><Relationship Id="rId77" Type="http://schemas.openxmlformats.org/officeDocument/2006/relationships/font" Target="fonts/UrbanistMedium-boldItalic.fntdata"/><Relationship Id="rId32" Type="http://schemas.openxmlformats.org/officeDocument/2006/relationships/font" Target="fonts/HankenGroteskSemiBold-italic.fntdata"/><Relationship Id="rId76" Type="http://schemas.openxmlformats.org/officeDocument/2006/relationships/font" Target="fonts/UrbanistMedium-italic.fntdata"/><Relationship Id="rId35" Type="http://schemas.openxmlformats.org/officeDocument/2006/relationships/font" Target="fonts/Corben-bold.fntdata"/><Relationship Id="rId79" Type="http://schemas.openxmlformats.org/officeDocument/2006/relationships/font" Target="fonts/Urbanist-bold.fntdata"/><Relationship Id="rId34" Type="http://schemas.openxmlformats.org/officeDocument/2006/relationships/font" Target="fonts/Corben-regular.fntdata"/><Relationship Id="rId78" Type="http://schemas.openxmlformats.org/officeDocument/2006/relationships/font" Target="fonts/Urbanist-regular.fntdata"/><Relationship Id="rId71" Type="http://schemas.openxmlformats.org/officeDocument/2006/relationships/font" Target="fonts/Neuton-regular.fntdata"/><Relationship Id="rId70" Type="http://schemas.openxmlformats.org/officeDocument/2006/relationships/font" Target="fonts/InstrumentSansMedium-boldItalic.fntdata"/><Relationship Id="rId37" Type="http://schemas.openxmlformats.org/officeDocument/2006/relationships/font" Target="fonts/InstrumentSansSemiBold-bold.fntdata"/><Relationship Id="rId36" Type="http://schemas.openxmlformats.org/officeDocument/2006/relationships/font" Target="fonts/InstrumentSansSemiBold-regular.fntdata"/><Relationship Id="rId39" Type="http://schemas.openxmlformats.org/officeDocument/2006/relationships/font" Target="fonts/InstrumentSansSemiBold-boldItalic.fntdata"/><Relationship Id="rId38" Type="http://schemas.openxmlformats.org/officeDocument/2006/relationships/font" Target="fonts/InstrumentSansSemiBold-italic.fntdata"/><Relationship Id="rId62" Type="http://schemas.openxmlformats.org/officeDocument/2006/relationships/font" Target="fonts/NeutonLight-boldItalic.fntdata"/><Relationship Id="rId61" Type="http://schemas.openxmlformats.org/officeDocument/2006/relationships/font" Target="fonts/NeutonLight-bold.fntdata"/><Relationship Id="rId20" Type="http://schemas.openxmlformats.org/officeDocument/2006/relationships/slide" Target="slides/slide12.xml"/><Relationship Id="rId64" Type="http://schemas.openxmlformats.org/officeDocument/2006/relationships/font" Target="fonts/Mulish-bold.fntdata"/><Relationship Id="rId63" Type="http://schemas.openxmlformats.org/officeDocument/2006/relationships/font" Target="fonts/Mulish-regular.fntdata"/><Relationship Id="rId22" Type="http://schemas.openxmlformats.org/officeDocument/2006/relationships/font" Target="fonts/HankenGroteskMedium-regular.fntdata"/><Relationship Id="rId66" Type="http://schemas.openxmlformats.org/officeDocument/2006/relationships/font" Target="fonts/Mulish-boldItalic.fntdata"/><Relationship Id="rId21" Type="http://schemas.openxmlformats.org/officeDocument/2006/relationships/slide" Target="slides/slide13.xml"/><Relationship Id="rId65" Type="http://schemas.openxmlformats.org/officeDocument/2006/relationships/font" Target="fonts/Mulish-italic.fntdata"/><Relationship Id="rId24" Type="http://schemas.openxmlformats.org/officeDocument/2006/relationships/font" Target="fonts/HankenGroteskMedium-italic.fntdata"/><Relationship Id="rId68" Type="http://schemas.openxmlformats.org/officeDocument/2006/relationships/font" Target="fonts/InstrumentSansMedium-bold.fntdata"/><Relationship Id="rId23" Type="http://schemas.openxmlformats.org/officeDocument/2006/relationships/font" Target="fonts/HankenGroteskMedium-bold.fntdata"/><Relationship Id="rId67" Type="http://schemas.openxmlformats.org/officeDocument/2006/relationships/font" Target="fonts/InstrumentSansMedium-regular.fntdata"/><Relationship Id="rId60" Type="http://schemas.openxmlformats.org/officeDocument/2006/relationships/font" Target="fonts/NeutonLight-regular.fntdata"/><Relationship Id="rId26" Type="http://schemas.openxmlformats.org/officeDocument/2006/relationships/font" Target="fonts/HankenGrotesk-regular.fntdata"/><Relationship Id="rId25" Type="http://schemas.openxmlformats.org/officeDocument/2006/relationships/font" Target="fonts/HankenGroteskMedium-boldItalic.fntdata"/><Relationship Id="rId69" Type="http://schemas.openxmlformats.org/officeDocument/2006/relationships/font" Target="fonts/InstrumentSansMedium-italic.fntdata"/><Relationship Id="rId28" Type="http://schemas.openxmlformats.org/officeDocument/2006/relationships/font" Target="fonts/HankenGrotesk-italic.fntdata"/><Relationship Id="rId27" Type="http://schemas.openxmlformats.org/officeDocument/2006/relationships/font" Target="fonts/HankenGrotesk-bold.fntdata"/><Relationship Id="rId29" Type="http://schemas.openxmlformats.org/officeDocument/2006/relationships/font" Target="fonts/HankenGrotesk-boldItalic.fntdata"/><Relationship Id="rId51" Type="http://schemas.openxmlformats.org/officeDocument/2006/relationships/font" Target="fonts/WorkSans-boldItalic.fntdata"/><Relationship Id="rId50" Type="http://schemas.openxmlformats.org/officeDocument/2006/relationships/font" Target="fonts/WorkSans-italic.fntdata"/><Relationship Id="rId53" Type="http://schemas.openxmlformats.org/officeDocument/2006/relationships/font" Target="fonts/InterTight-bold.fntdata"/><Relationship Id="rId52" Type="http://schemas.openxmlformats.org/officeDocument/2006/relationships/font" Target="fonts/InterTight-regular.fntdata"/><Relationship Id="rId11" Type="http://schemas.openxmlformats.org/officeDocument/2006/relationships/slide" Target="slides/slide3.xml"/><Relationship Id="rId55" Type="http://schemas.openxmlformats.org/officeDocument/2006/relationships/font" Target="fonts/InterTight-boldItalic.fntdata"/><Relationship Id="rId10" Type="http://schemas.openxmlformats.org/officeDocument/2006/relationships/slide" Target="slides/slide2.xml"/><Relationship Id="rId54" Type="http://schemas.openxmlformats.org/officeDocument/2006/relationships/font" Target="fonts/InterTight-italic.fntdata"/><Relationship Id="rId13" Type="http://schemas.openxmlformats.org/officeDocument/2006/relationships/slide" Target="slides/slide5.xml"/><Relationship Id="rId57" Type="http://schemas.openxmlformats.org/officeDocument/2006/relationships/font" Target="fonts/HankenGroteskLight-bold.fntdata"/><Relationship Id="rId12" Type="http://schemas.openxmlformats.org/officeDocument/2006/relationships/slide" Target="slides/slide4.xml"/><Relationship Id="rId56" Type="http://schemas.openxmlformats.org/officeDocument/2006/relationships/font" Target="fonts/HankenGroteskLight-regular.fntdata"/><Relationship Id="rId15" Type="http://schemas.openxmlformats.org/officeDocument/2006/relationships/slide" Target="slides/slide7.xml"/><Relationship Id="rId59" Type="http://schemas.openxmlformats.org/officeDocument/2006/relationships/font" Target="fonts/HankenGroteskLight-boldItalic.fntdata"/><Relationship Id="rId14" Type="http://schemas.openxmlformats.org/officeDocument/2006/relationships/slide" Target="slides/slide6.xml"/><Relationship Id="rId58" Type="http://schemas.openxmlformats.org/officeDocument/2006/relationships/font" Target="fonts/HankenGroteskLight-italic.fntdata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1" name="Shape 1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2" name="Google Shape;1492;g37d36bc7dd2_0_43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3" name="Google Shape;1493;g37d36bc7dd2_0_4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8" name="Shape 1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9" name="Google Shape;1499;g37d36bc7dd2_0_47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0" name="Google Shape;1500;g37d36bc7dd2_0_47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0" name="Shape 1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1" name="Google Shape;1511;g37d36bc7dd2_0_55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2" name="Google Shape;1512;g37d36bc7dd2_0_55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5" name="Shape 1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6" name="Google Shape;1516;g37d36bc7dd2_0_56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7" name="Google Shape;1517;g37d36bc7dd2_0_56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0" name="Shape 1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1" name="Google Shape;1521;g38a2fab855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2" name="Google Shape;1522;g38a2fab855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5" name="Shape 1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" name="Google Shape;1526;g37d36bc7dd2_0_56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7" name="Google Shape;1527;g37d36bc7dd2_0_56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3" name="Shape 1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4" name="Google Shape;1544;g37d36bc7dd2_0_56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5" name="Google Shape;1545;g37d36bc7dd2_0_56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0" name="Shape 1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1" name="Google Shape;1551;g37d36bc7dd2_0_56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2" name="Google Shape;1552;g37d36bc7dd2_0_56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8" name="Shape 1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9" name="Google Shape;1559;g37d36bc7dd2_0_56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0" name="Google Shape;1560;g37d36bc7dd2_0_56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3" name="Shape 1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4" name="Google Shape;1564;g37d36bc7dd2_0_48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5" name="Google Shape;1565;g37d36bc7dd2_0_48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1" name="Shape 1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2" name="Google Shape;1572;g37d36bc7dd2_0_55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3" name="Google Shape;1573;g37d36bc7dd2_0_55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8" name="Shape 1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9" name="Google Shape;1579;g37d36bc7dd2_0_48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0" name="Google Shape;1580;g37d36bc7dd2_0_48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5" name="Shape 1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6" name="Google Shape;1596;g37d36bc7dd2_0_55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7" name="Google Shape;1597;g37d36bc7dd2_0_55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Relationship Id="rId3" Type="http://schemas.openxmlformats.org/officeDocument/2006/relationships/image" Target="../media/image4.jp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ALT 1">
  <p:cSld name="BLANK_4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 amt="50000"/>
          </a:blip>
          <a:srcRect b="8145" l="3133" r="7834" t="16785"/>
          <a:stretch/>
        </p:blipFill>
        <p:spPr>
          <a:xfrm flipH="1" rot="10800000">
            <a:off x="0" y="-3474"/>
            <a:ext cx="9161550" cy="5154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/>
          <p:nvPr/>
        </p:nvSpPr>
        <p:spPr>
          <a:xfrm flipH="1" rot="10800000">
            <a:off x="0" y="4676700"/>
            <a:ext cx="9149700" cy="46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228600" y="1738950"/>
            <a:ext cx="4402800" cy="2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Urbanist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" name="Google Shape;16;p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" name="Google Shape;17;p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" name="Google Shape;18;p2"/>
          <p:cNvSpPr txBox="1"/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19" name="Google Shape;19;p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" name="Google Shape;20;p2"/>
          <p:cNvSpPr txBox="1"/>
          <p:nvPr>
            <p:ph idx="5" type="subTitle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" name="Google Shape;21;p2"/>
          <p:cNvSpPr txBox="1"/>
          <p:nvPr>
            <p:ph idx="6" type="subTitle"/>
          </p:nvPr>
        </p:nvSpPr>
        <p:spPr>
          <a:xfrm>
            <a:off x="17863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2" name="Google Shape;22;p2"/>
          <p:cNvSpPr txBox="1"/>
          <p:nvPr>
            <p:ph idx="7" type="subTitle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" name="Google Shape;23;p2"/>
          <p:cNvSpPr txBox="1"/>
          <p:nvPr>
            <p:ph idx="8" type="subTitle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ALT 1">
  <p:cSld name="BLANK_1_1_2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/>
          <p:nvPr>
            <p:ph type="title"/>
          </p:nvPr>
        </p:nvSpPr>
        <p:spPr>
          <a:xfrm>
            <a:off x="228600" y="395043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26" name="Google Shape;26;p3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" name="Google Shape;28;p3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" name="Google Shape;29;p3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" name="Google Shape;30;p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32" name="Google Shape;32;p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ur values">
  <p:cSld name="BLANK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5" name="Google Shape;35;p4"/>
          <p:cNvSpPr txBox="1"/>
          <p:nvPr>
            <p:ph type="title"/>
          </p:nvPr>
        </p:nvSpPr>
        <p:spPr>
          <a:xfrm>
            <a:off x="228600" y="613525"/>
            <a:ext cx="7223400" cy="422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6" name="Google Shape;36;p4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7" name="Google Shape;37;p4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9" name="Google Shape;39;p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41" name="Google Shape;41;p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" name="Google Shape;42;p4"/>
          <p:cNvSpPr txBox="1"/>
          <p:nvPr>
            <p:ph idx="5" type="subTitle"/>
          </p:nvPr>
        </p:nvSpPr>
        <p:spPr>
          <a:xfrm>
            <a:off x="254625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3" name="Google Shape;43;p4"/>
          <p:cNvSpPr txBox="1"/>
          <p:nvPr>
            <p:ph idx="6" type="subTitle"/>
          </p:nvPr>
        </p:nvSpPr>
        <p:spPr>
          <a:xfrm>
            <a:off x="3275850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4" name="Google Shape;44;p4"/>
          <p:cNvSpPr txBox="1"/>
          <p:nvPr>
            <p:ph idx="7" type="subTitle"/>
          </p:nvPr>
        </p:nvSpPr>
        <p:spPr>
          <a:xfrm>
            <a:off x="6215463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5" name="Google Shape;45;p4"/>
          <p:cNvSpPr txBox="1"/>
          <p:nvPr>
            <p:ph idx="8" type="body"/>
          </p:nvPr>
        </p:nvSpPr>
        <p:spPr>
          <a:xfrm>
            <a:off x="288575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46" name="Google Shape;46;p4"/>
          <p:cNvSpPr txBox="1"/>
          <p:nvPr>
            <p:ph idx="9" type="body"/>
          </p:nvPr>
        </p:nvSpPr>
        <p:spPr>
          <a:xfrm>
            <a:off x="6121413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3" type="body"/>
          </p:nvPr>
        </p:nvSpPr>
        <p:spPr>
          <a:xfrm>
            <a:off x="3192450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nd image ALT 2">
  <p:cSld name="CUSTOM_3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/>
          <p:nvPr>
            <p:ph idx="2" type="pic"/>
          </p:nvPr>
        </p:nvSpPr>
        <p:spPr>
          <a:xfrm>
            <a:off x="246150" y="237650"/>
            <a:ext cx="4196400" cy="4438200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5"/>
          <p:cNvSpPr txBox="1"/>
          <p:nvPr>
            <p:ph type="title"/>
          </p:nvPr>
        </p:nvSpPr>
        <p:spPr>
          <a:xfrm>
            <a:off x="4591800" y="304700"/>
            <a:ext cx="3861900" cy="19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51" name="Google Shape;51;p5"/>
          <p:cNvSpPr txBox="1"/>
          <p:nvPr>
            <p:ph idx="3" type="title"/>
          </p:nvPr>
        </p:nvSpPr>
        <p:spPr>
          <a:xfrm>
            <a:off x="4591800" y="738425"/>
            <a:ext cx="4290000" cy="2051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52" name="Google Shape;52;p5"/>
          <p:cNvSpPr txBox="1"/>
          <p:nvPr>
            <p:ph idx="1" type="body"/>
          </p:nvPr>
        </p:nvSpPr>
        <p:spPr>
          <a:xfrm>
            <a:off x="4618950" y="2205375"/>
            <a:ext cx="4290000" cy="16296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53" name="Google Shape;53;p5"/>
          <p:cNvSpPr txBox="1"/>
          <p:nvPr>
            <p:ph idx="4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4" name="Google Shape;54;p5"/>
          <p:cNvSpPr txBox="1"/>
          <p:nvPr>
            <p:ph idx="5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5" name="Google Shape;55;p5"/>
          <p:cNvSpPr txBox="1"/>
          <p:nvPr>
            <p:ph idx="6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6" name="Google Shape;56;p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58" name="Google Shape;58;p5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" name="Google Shape;59;p5"/>
          <p:cNvCxnSpPr/>
          <p:nvPr/>
        </p:nvCxnSpPr>
        <p:spPr>
          <a:xfrm>
            <a:off x="4444600" y="570000"/>
            <a:ext cx="44709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" name="Google Shape;60;p5"/>
          <p:cNvCxnSpPr/>
          <p:nvPr/>
        </p:nvCxnSpPr>
        <p:spPr>
          <a:xfrm>
            <a:off x="4442500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" name="Google Shape;61;p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1">
  <p:cSld name="BLANK_1_1_1_1_3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6"/>
          <p:cNvSpPr txBox="1"/>
          <p:nvPr>
            <p:ph type="title"/>
          </p:nvPr>
        </p:nvSpPr>
        <p:spPr>
          <a:xfrm>
            <a:off x="228600" y="613525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4" name="Google Shape;64;p6"/>
          <p:cNvSpPr/>
          <p:nvPr>
            <p:ph idx="2" type="pic"/>
          </p:nvPr>
        </p:nvSpPr>
        <p:spPr>
          <a:xfrm>
            <a:off x="4523050" y="7379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6"/>
          <p:cNvSpPr/>
          <p:nvPr>
            <p:ph idx="3" type="pic"/>
          </p:nvPr>
        </p:nvSpPr>
        <p:spPr>
          <a:xfrm>
            <a:off x="6752100" y="7377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6"/>
          <p:cNvSpPr/>
          <p:nvPr>
            <p:ph idx="4" type="pic"/>
          </p:nvPr>
        </p:nvSpPr>
        <p:spPr>
          <a:xfrm>
            <a:off x="4523050" y="2158000"/>
            <a:ext cx="4394100" cy="2282700"/>
          </a:xfrm>
          <a:prstGeom prst="roundRect">
            <a:avLst>
              <a:gd fmla="val 6108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6"/>
          <p:cNvSpPr txBox="1"/>
          <p:nvPr>
            <p:ph idx="1" type="body"/>
          </p:nvPr>
        </p:nvSpPr>
        <p:spPr>
          <a:xfrm>
            <a:off x="233850" y="3127075"/>
            <a:ext cx="2920800" cy="13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68" name="Google Shape;68;p6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9" name="Google Shape;69;p6"/>
          <p:cNvSpPr txBox="1"/>
          <p:nvPr>
            <p:ph idx="6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0" name="Google Shape;70;p6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1" name="Google Shape;71;p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3" name="Google Shape;73;p6"/>
          <p:cNvSpPr txBox="1"/>
          <p:nvPr>
            <p:ph idx="8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74" name="Google Shape;74;p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ALT 1">
  <p:cSld name="BLANK_1_1_1_1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7"/>
          <p:cNvPicPr preferRelativeResize="0"/>
          <p:nvPr/>
        </p:nvPicPr>
        <p:blipFill rotWithShape="1">
          <a:blip r:embed="rId2">
            <a:alphaModFix amt="60000"/>
          </a:blip>
          <a:srcRect b="14588" l="0" r="15469" t="0"/>
          <a:stretch/>
        </p:blipFill>
        <p:spPr>
          <a:xfrm>
            <a:off x="25" y="1172500"/>
            <a:ext cx="5181349" cy="349325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7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8" name="Google Shape;78;p7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9" name="Google Shape;79;p7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0" name="Google Shape;80;p7"/>
          <p:cNvSpPr txBox="1"/>
          <p:nvPr>
            <p:ph type="title"/>
          </p:nvPr>
        </p:nvSpPr>
        <p:spPr>
          <a:xfrm>
            <a:off x="277500" y="22860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81" name="Google Shape;81;p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" name="Google Shape;82;p7"/>
          <p:cNvSpPr txBox="1"/>
          <p:nvPr>
            <p:ph idx="4" type="subTitle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3" name="Google Shape;83;p7"/>
          <p:cNvSpPr txBox="1"/>
          <p:nvPr>
            <p:ph idx="5" type="subTitle"/>
          </p:nvPr>
        </p:nvSpPr>
        <p:spPr>
          <a:xfrm>
            <a:off x="4744575" y="1066588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4" name="Google Shape;84;p7"/>
          <p:cNvSpPr txBox="1"/>
          <p:nvPr>
            <p:ph idx="6" type="subTitle"/>
          </p:nvPr>
        </p:nvSpPr>
        <p:spPr>
          <a:xfrm>
            <a:off x="4744575" y="174270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5" name="Google Shape;85;p7"/>
          <p:cNvSpPr txBox="1"/>
          <p:nvPr>
            <p:ph idx="7" type="subTitle"/>
          </p:nvPr>
        </p:nvSpPr>
        <p:spPr>
          <a:xfrm>
            <a:off x="4744575" y="2420513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6" name="Google Shape;86;p7"/>
          <p:cNvSpPr txBox="1"/>
          <p:nvPr>
            <p:ph idx="8" type="subTitle"/>
          </p:nvPr>
        </p:nvSpPr>
        <p:spPr>
          <a:xfrm>
            <a:off x="4744575" y="30982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7" name="Google Shape;87;p7"/>
          <p:cNvSpPr txBox="1"/>
          <p:nvPr>
            <p:ph idx="9" type="subTitle"/>
          </p:nvPr>
        </p:nvSpPr>
        <p:spPr>
          <a:xfrm>
            <a:off x="4744575" y="37760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8" name="Google Shape;88;p7"/>
          <p:cNvSpPr txBox="1"/>
          <p:nvPr>
            <p:ph idx="13" type="subTitle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7"/>
          <p:cNvSpPr txBox="1"/>
          <p:nvPr>
            <p:ph idx="14" type="subTitle"/>
          </p:nvPr>
        </p:nvSpPr>
        <p:spPr>
          <a:xfrm>
            <a:off x="5067075" y="10615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" name="Google Shape;90;p7"/>
          <p:cNvSpPr txBox="1"/>
          <p:nvPr>
            <p:ph idx="15" type="subTitle"/>
          </p:nvPr>
        </p:nvSpPr>
        <p:spPr>
          <a:xfrm>
            <a:off x="5067075" y="17393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1" name="Google Shape;91;p7"/>
          <p:cNvSpPr txBox="1"/>
          <p:nvPr>
            <p:ph idx="16" type="subTitle"/>
          </p:nvPr>
        </p:nvSpPr>
        <p:spPr>
          <a:xfrm>
            <a:off x="5067075" y="242410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7"/>
          <p:cNvSpPr txBox="1"/>
          <p:nvPr>
            <p:ph idx="17" type="subTitle"/>
          </p:nvPr>
        </p:nvSpPr>
        <p:spPr>
          <a:xfrm>
            <a:off x="5067075" y="309493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3" name="Google Shape;93;p7"/>
          <p:cNvSpPr txBox="1"/>
          <p:nvPr>
            <p:ph idx="18" type="subTitle"/>
          </p:nvPr>
        </p:nvSpPr>
        <p:spPr>
          <a:xfrm>
            <a:off x="5067075" y="37657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4" name="Google Shape;94;p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s">
  <p:cSld name="BLANK_1_1_1_1_2_1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8"/>
          <p:cNvSpPr/>
          <p:nvPr>
            <p:ph idx="2" type="pic"/>
          </p:nvPr>
        </p:nvSpPr>
        <p:spPr>
          <a:xfrm>
            <a:off x="46189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98" name="Google Shape;98;p8"/>
          <p:cNvSpPr txBox="1"/>
          <p:nvPr>
            <p:ph idx="1" type="subTitle"/>
          </p:nvPr>
        </p:nvSpPr>
        <p:spPr>
          <a:xfrm>
            <a:off x="4619000" y="1702322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99" name="Google Shape;99;p8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0" name="Google Shape;100;p8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1" name="Google Shape;101;p8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2" name="Google Shape;102;p8"/>
          <p:cNvSpPr txBox="1"/>
          <p:nvPr>
            <p:ph type="title"/>
          </p:nvPr>
        </p:nvSpPr>
        <p:spPr>
          <a:xfrm>
            <a:off x="228600" y="23475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3" name="Google Shape;103;p8"/>
          <p:cNvSpPr txBox="1"/>
          <p:nvPr>
            <p:ph idx="6" type="subTitle"/>
          </p:nvPr>
        </p:nvSpPr>
        <p:spPr>
          <a:xfrm>
            <a:off x="46190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4" name="Google Shape;104;p8"/>
          <p:cNvSpPr/>
          <p:nvPr>
            <p:ph idx="7" type="pic"/>
          </p:nvPr>
        </p:nvSpPr>
        <p:spPr>
          <a:xfrm>
            <a:off x="608070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05" name="Google Shape;105;p8"/>
          <p:cNvSpPr txBox="1"/>
          <p:nvPr>
            <p:ph idx="8" type="subTitle"/>
          </p:nvPr>
        </p:nvSpPr>
        <p:spPr>
          <a:xfrm>
            <a:off x="608075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6" name="Google Shape;106;p8"/>
          <p:cNvSpPr txBox="1"/>
          <p:nvPr>
            <p:ph idx="9" type="subTitle"/>
          </p:nvPr>
        </p:nvSpPr>
        <p:spPr>
          <a:xfrm>
            <a:off x="608075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7" name="Google Shape;107;p8"/>
          <p:cNvSpPr/>
          <p:nvPr>
            <p:ph idx="13" type="pic"/>
          </p:nvPr>
        </p:nvSpPr>
        <p:spPr>
          <a:xfrm>
            <a:off x="75424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08" name="Google Shape;108;p8"/>
          <p:cNvSpPr txBox="1"/>
          <p:nvPr>
            <p:ph idx="14" type="subTitle"/>
          </p:nvPr>
        </p:nvSpPr>
        <p:spPr>
          <a:xfrm>
            <a:off x="754250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9" name="Google Shape;109;p8"/>
          <p:cNvSpPr txBox="1"/>
          <p:nvPr>
            <p:ph idx="15" type="subTitle"/>
          </p:nvPr>
        </p:nvSpPr>
        <p:spPr>
          <a:xfrm>
            <a:off x="75425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0" name="Google Shape;110;p8"/>
          <p:cNvSpPr/>
          <p:nvPr>
            <p:ph idx="16" type="pic"/>
          </p:nvPr>
        </p:nvSpPr>
        <p:spPr>
          <a:xfrm>
            <a:off x="46189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11" name="Google Shape;111;p8"/>
          <p:cNvSpPr txBox="1"/>
          <p:nvPr>
            <p:ph idx="17" type="subTitle"/>
          </p:nvPr>
        </p:nvSpPr>
        <p:spPr>
          <a:xfrm>
            <a:off x="46190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2" name="Google Shape;112;p8"/>
          <p:cNvSpPr txBox="1"/>
          <p:nvPr>
            <p:ph idx="18" type="subTitle"/>
          </p:nvPr>
        </p:nvSpPr>
        <p:spPr>
          <a:xfrm>
            <a:off x="46190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3" name="Google Shape;113;p8"/>
          <p:cNvSpPr/>
          <p:nvPr>
            <p:ph idx="19" type="pic"/>
          </p:nvPr>
        </p:nvSpPr>
        <p:spPr>
          <a:xfrm>
            <a:off x="608070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14" name="Google Shape;114;p8"/>
          <p:cNvSpPr txBox="1"/>
          <p:nvPr>
            <p:ph idx="20" type="subTitle"/>
          </p:nvPr>
        </p:nvSpPr>
        <p:spPr>
          <a:xfrm>
            <a:off x="6080750" y="3769447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5" name="Google Shape;115;p8"/>
          <p:cNvSpPr txBox="1"/>
          <p:nvPr>
            <p:ph idx="21" type="subTitle"/>
          </p:nvPr>
        </p:nvSpPr>
        <p:spPr>
          <a:xfrm>
            <a:off x="608075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6" name="Google Shape;116;p8"/>
          <p:cNvSpPr/>
          <p:nvPr>
            <p:ph idx="22" type="pic"/>
          </p:nvPr>
        </p:nvSpPr>
        <p:spPr>
          <a:xfrm>
            <a:off x="75424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17" name="Google Shape;117;p8"/>
          <p:cNvSpPr txBox="1"/>
          <p:nvPr>
            <p:ph idx="23" type="subTitle"/>
          </p:nvPr>
        </p:nvSpPr>
        <p:spPr>
          <a:xfrm>
            <a:off x="75425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8" name="Google Shape;118;p8"/>
          <p:cNvSpPr txBox="1"/>
          <p:nvPr>
            <p:ph idx="24" type="subTitle"/>
          </p:nvPr>
        </p:nvSpPr>
        <p:spPr>
          <a:xfrm>
            <a:off x="75425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cxnSp>
        <p:nvCxnSpPr>
          <p:cNvPr id="119" name="Google Shape;119;p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" name="Google Shape;120;p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LT 2">
  <p:cSld name="BLANK_1_1_1_1_1_1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"/>
          <p:cNvSpPr/>
          <p:nvPr>
            <p:ph idx="2" type="pic"/>
          </p:nvPr>
        </p:nvSpPr>
        <p:spPr>
          <a:xfrm>
            <a:off x="9425" y="-3075"/>
            <a:ext cx="9144000" cy="4641000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p9"/>
          <p:cNvSpPr txBox="1"/>
          <p:nvPr>
            <p:ph type="title"/>
          </p:nvPr>
        </p:nvSpPr>
        <p:spPr>
          <a:xfrm>
            <a:off x="234125" y="3337800"/>
            <a:ext cx="8574600" cy="111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125" name="Google Shape;125;p9"/>
          <p:cNvSpPr txBox="1"/>
          <p:nvPr>
            <p:ph idx="1" type="subTitle"/>
          </p:nvPr>
        </p:nvSpPr>
        <p:spPr>
          <a:xfrm>
            <a:off x="228600" y="228600"/>
            <a:ext cx="28701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6" name="Google Shape;126;p9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7" name="Google Shape;127;p9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8" name="Google Shape;128;p9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29" name="Google Shape;129;p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" name="Google Shape;130;p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1" name="Google Shape;131;p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ds w/ images">
  <p:cSld name="BLANK_1_1_1_1_1_1_1_1_1_1_3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0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4" name="Google Shape;134;p10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5" name="Google Shape;135;p10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grpSp>
        <p:nvGrpSpPr>
          <p:cNvPr id="136" name="Google Shape;136;p10"/>
          <p:cNvGrpSpPr/>
          <p:nvPr/>
        </p:nvGrpSpPr>
        <p:grpSpPr>
          <a:xfrm rot="5400000">
            <a:off x="8691475" y="228504"/>
            <a:ext cx="228589" cy="228623"/>
            <a:chOff x="1688332" y="4135245"/>
            <a:chExt cx="338700" cy="3387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38" name="Google Shape;138;p10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139" name="Google Shape;139;p10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" name="Google Shape;140;p10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41" name="Google Shape;141;p10"/>
          <p:cNvSpPr/>
          <p:nvPr>
            <p:ph idx="4" type="pic"/>
          </p:nvPr>
        </p:nvSpPr>
        <p:spPr>
          <a:xfrm>
            <a:off x="4267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42" name="Google Shape;142;p10"/>
          <p:cNvSpPr txBox="1"/>
          <p:nvPr>
            <p:ph idx="5" type="subTitle"/>
          </p:nvPr>
        </p:nvSpPr>
        <p:spPr>
          <a:xfrm>
            <a:off x="426700" y="2708802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3" name="Google Shape;143;p10"/>
          <p:cNvSpPr txBox="1"/>
          <p:nvPr>
            <p:ph idx="6" type="subTitle"/>
          </p:nvPr>
        </p:nvSpPr>
        <p:spPr>
          <a:xfrm>
            <a:off x="4267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4" name="Google Shape;144;p10"/>
          <p:cNvSpPr txBox="1"/>
          <p:nvPr>
            <p:ph idx="7" type="body"/>
          </p:nvPr>
        </p:nvSpPr>
        <p:spPr>
          <a:xfrm>
            <a:off x="4267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45" name="Google Shape;145;p10"/>
          <p:cNvSpPr/>
          <p:nvPr>
            <p:ph idx="8" type="pic"/>
          </p:nvPr>
        </p:nvSpPr>
        <p:spPr>
          <a:xfrm>
            <a:off x="26218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46" name="Google Shape;146;p10"/>
          <p:cNvSpPr txBox="1"/>
          <p:nvPr>
            <p:ph idx="9" type="subTitle"/>
          </p:nvPr>
        </p:nvSpPr>
        <p:spPr>
          <a:xfrm>
            <a:off x="26218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7" name="Google Shape;147;p10"/>
          <p:cNvSpPr txBox="1"/>
          <p:nvPr>
            <p:ph idx="13" type="subTitle"/>
          </p:nvPr>
        </p:nvSpPr>
        <p:spPr>
          <a:xfrm>
            <a:off x="2621800" y="2936075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8" name="Google Shape;148;p10"/>
          <p:cNvSpPr txBox="1"/>
          <p:nvPr>
            <p:ph idx="14" type="body"/>
          </p:nvPr>
        </p:nvSpPr>
        <p:spPr>
          <a:xfrm>
            <a:off x="2621800" y="3251425"/>
            <a:ext cx="17058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49" name="Google Shape;149;p10"/>
          <p:cNvSpPr/>
          <p:nvPr>
            <p:ph idx="15" type="pic"/>
          </p:nvPr>
        </p:nvSpPr>
        <p:spPr>
          <a:xfrm>
            <a:off x="48169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50" name="Google Shape;150;p10"/>
          <p:cNvSpPr txBox="1"/>
          <p:nvPr>
            <p:ph idx="16" type="subTitle"/>
          </p:nvPr>
        </p:nvSpPr>
        <p:spPr>
          <a:xfrm>
            <a:off x="4816900" y="2708808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1" name="Google Shape;151;p10"/>
          <p:cNvSpPr txBox="1"/>
          <p:nvPr>
            <p:ph idx="17" type="subTitle"/>
          </p:nvPr>
        </p:nvSpPr>
        <p:spPr>
          <a:xfrm>
            <a:off x="48169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2" name="Google Shape;152;p10"/>
          <p:cNvSpPr txBox="1"/>
          <p:nvPr>
            <p:ph idx="18" type="body"/>
          </p:nvPr>
        </p:nvSpPr>
        <p:spPr>
          <a:xfrm>
            <a:off x="4817025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53" name="Google Shape;153;p10"/>
          <p:cNvSpPr/>
          <p:nvPr>
            <p:ph idx="19" type="pic"/>
          </p:nvPr>
        </p:nvSpPr>
        <p:spPr>
          <a:xfrm>
            <a:off x="70120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54" name="Google Shape;154;p10"/>
          <p:cNvSpPr txBox="1"/>
          <p:nvPr>
            <p:ph idx="20" type="subTitle"/>
          </p:nvPr>
        </p:nvSpPr>
        <p:spPr>
          <a:xfrm>
            <a:off x="70120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5" name="Google Shape;155;p10"/>
          <p:cNvSpPr txBox="1"/>
          <p:nvPr>
            <p:ph idx="21" type="subTitle"/>
          </p:nvPr>
        </p:nvSpPr>
        <p:spPr>
          <a:xfrm>
            <a:off x="70120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6" name="Google Shape;156;p10"/>
          <p:cNvSpPr txBox="1"/>
          <p:nvPr>
            <p:ph idx="22" type="body"/>
          </p:nvPr>
        </p:nvSpPr>
        <p:spPr>
          <a:xfrm>
            <a:off x="70120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cxnSp>
        <p:nvCxnSpPr>
          <p:cNvPr id="157" name="Google Shape;157;p1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8" name="Google Shape;158;p1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9" name="Google Shape;159;p1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ort big title and body">
  <p:cSld name="BLANK_1_1_1_1_1_1_1_1_1_1_2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val black shapes against a shadowy background. " id="161" name="Google Shape;161;p11"/>
          <p:cNvPicPr preferRelativeResize="0"/>
          <p:nvPr/>
        </p:nvPicPr>
        <p:blipFill rotWithShape="1">
          <a:blip r:embed="rId2">
            <a:alphaModFix/>
          </a:blip>
          <a:srcRect b="42245" l="17240" r="25038" t="34"/>
          <a:stretch/>
        </p:blipFill>
        <p:spPr>
          <a:xfrm>
            <a:off x="0" y="-289"/>
            <a:ext cx="9144000" cy="51441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2" name="Google Shape;162;p11"/>
          <p:cNvSpPr txBox="1"/>
          <p:nvPr>
            <p:ph idx="1" type="subTitle"/>
          </p:nvPr>
        </p:nvSpPr>
        <p:spPr>
          <a:xfrm>
            <a:off x="4314775" y="3818375"/>
            <a:ext cx="42306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63" name="Google Shape;163;p11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4" name="Google Shape;164;p11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5" name="Google Shape;165;p11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6" name="Google Shape;166;p11"/>
          <p:cNvSpPr txBox="1"/>
          <p:nvPr>
            <p:ph type="title"/>
          </p:nvPr>
        </p:nvSpPr>
        <p:spPr>
          <a:xfrm>
            <a:off x="228600" y="290448"/>
            <a:ext cx="3655800" cy="2407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167" name="Google Shape;167;p1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" name="Google Shape;168;p11"/>
          <p:cNvCxnSpPr/>
          <p:nvPr/>
        </p:nvCxnSpPr>
        <p:spPr>
          <a:xfrm>
            <a:off x="4159025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" name="Google Shape;169;p11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0" name="Google Shape;170;p1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1" name="Google Shape;171;p1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2">
  <p:cSld name="BLANK_1_1_1_1_1_1_1_1_1_1_1_1_2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2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74" name="Google Shape;174;p12"/>
          <p:cNvSpPr/>
          <p:nvPr>
            <p:ph idx="2" type="pic"/>
          </p:nvPr>
        </p:nvSpPr>
        <p:spPr>
          <a:xfrm>
            <a:off x="5342000" y="457200"/>
            <a:ext cx="3573300" cy="39954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75" name="Google Shape;175;p12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6" name="Google Shape;176;p12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7" name="Google Shape;177;p12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8" name="Google Shape;178;p12"/>
          <p:cNvSpPr txBox="1"/>
          <p:nvPr>
            <p:ph idx="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9" name="Google Shape;179;p12"/>
          <p:cNvSpPr txBox="1"/>
          <p:nvPr>
            <p:ph type="title"/>
          </p:nvPr>
        </p:nvSpPr>
        <p:spPr>
          <a:xfrm>
            <a:off x="228600" y="613525"/>
            <a:ext cx="42966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cxnSp>
        <p:nvCxnSpPr>
          <p:cNvPr id="180" name="Google Shape;180;p1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" name="Google Shape;181;p1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2" name="Google Shape;182;p1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cards">
  <p:cSld name="CUSTOM_1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"/>
          <p:cNvSpPr txBox="1"/>
          <p:nvPr>
            <p:ph type="title"/>
          </p:nvPr>
        </p:nvSpPr>
        <p:spPr>
          <a:xfrm>
            <a:off x="3386700" y="489887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85" name="Google Shape;185;p13"/>
          <p:cNvSpPr txBox="1"/>
          <p:nvPr>
            <p:ph idx="1" type="subTitle"/>
          </p:nvPr>
        </p:nvSpPr>
        <p:spPr>
          <a:xfrm>
            <a:off x="338670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6" name="Google Shape;186;p13"/>
          <p:cNvSpPr txBox="1"/>
          <p:nvPr>
            <p:ph idx="2" type="subTitle"/>
          </p:nvPr>
        </p:nvSpPr>
        <p:spPr>
          <a:xfrm>
            <a:off x="338670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7" name="Google Shape;187;p13"/>
          <p:cNvSpPr txBox="1"/>
          <p:nvPr>
            <p:ph idx="3" type="title"/>
          </p:nvPr>
        </p:nvSpPr>
        <p:spPr>
          <a:xfrm>
            <a:off x="6307650" y="482616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88" name="Google Shape;188;p13"/>
          <p:cNvSpPr txBox="1"/>
          <p:nvPr>
            <p:ph idx="4" type="subTitle"/>
          </p:nvPr>
        </p:nvSpPr>
        <p:spPr>
          <a:xfrm>
            <a:off x="630765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9" name="Google Shape;189;p13"/>
          <p:cNvSpPr txBox="1"/>
          <p:nvPr>
            <p:ph idx="5" type="subTitle"/>
          </p:nvPr>
        </p:nvSpPr>
        <p:spPr>
          <a:xfrm>
            <a:off x="630765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0" name="Google Shape;190;p13"/>
          <p:cNvSpPr txBox="1"/>
          <p:nvPr>
            <p:ph idx="6"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1" name="Google Shape;191;p13"/>
          <p:cNvSpPr txBox="1"/>
          <p:nvPr>
            <p:ph idx="7" type="subTitle"/>
          </p:nvPr>
        </p:nvSpPr>
        <p:spPr>
          <a:xfrm>
            <a:off x="3482800" y="4057204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2" name="Google Shape;192;p13"/>
          <p:cNvSpPr txBox="1"/>
          <p:nvPr>
            <p:ph idx="8" type="subTitle"/>
          </p:nvPr>
        </p:nvSpPr>
        <p:spPr>
          <a:xfrm>
            <a:off x="6405300" y="4057079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3" name="Google Shape;193;p13"/>
          <p:cNvSpPr txBox="1"/>
          <p:nvPr>
            <p:ph idx="9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94" name="Google Shape;194;p13"/>
          <p:cNvSpPr txBox="1"/>
          <p:nvPr>
            <p:ph idx="1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95" name="Google Shape;195;p13"/>
          <p:cNvSpPr txBox="1"/>
          <p:nvPr>
            <p:ph idx="1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96" name="Google Shape;196;p1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97" name="Google Shape;197;p13"/>
          <p:cNvGrpSpPr/>
          <p:nvPr/>
        </p:nvGrpSpPr>
        <p:grpSpPr>
          <a:xfrm rot="-5400000">
            <a:off x="4794488" y="4206993"/>
            <a:ext cx="141588" cy="73485"/>
            <a:chOff x="498725" y="2069800"/>
            <a:chExt cx="205200" cy="106500"/>
          </a:xfrm>
        </p:grpSpPr>
        <p:cxnSp>
          <p:nvCxnSpPr>
            <p:cNvPr id="198" name="Google Shape;198;p13"/>
            <p:cNvCxnSpPr/>
            <p:nvPr/>
          </p:nvCxnSpPr>
          <p:spPr>
            <a:xfrm flipH="1" rot="-5400000">
              <a:off x="498725" y="2069800"/>
              <a:ext cx="103500" cy="1035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9" name="Google Shape;199;p13"/>
            <p:cNvCxnSpPr/>
            <p:nvPr/>
          </p:nvCxnSpPr>
          <p:spPr>
            <a:xfrm rot="5400000">
              <a:off x="596825" y="2069200"/>
              <a:ext cx="106500" cy="1077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00" name="Google Shape;200;p1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1" name="Google Shape;201;p1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cards">
  <p:cSld name="CUSTOM_1_1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4"/>
          <p:cNvSpPr txBox="1"/>
          <p:nvPr>
            <p:ph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204" name="Google Shape;204;p14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05" name="Google Shape;205;p14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06" name="Google Shape;206;p14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07" name="Google Shape;207;p1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8" name="Google Shape;208;p14"/>
          <p:cNvSpPr txBox="1"/>
          <p:nvPr>
            <p:ph idx="4" type="title"/>
          </p:nvPr>
        </p:nvSpPr>
        <p:spPr>
          <a:xfrm>
            <a:off x="3379125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09" name="Google Shape;209;p14"/>
          <p:cNvSpPr txBox="1"/>
          <p:nvPr>
            <p:ph idx="5" type="subTitle"/>
          </p:nvPr>
        </p:nvSpPr>
        <p:spPr>
          <a:xfrm>
            <a:off x="3379125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0" name="Google Shape;210;p14"/>
          <p:cNvSpPr txBox="1"/>
          <p:nvPr>
            <p:ph idx="6" type="subTitle"/>
          </p:nvPr>
        </p:nvSpPr>
        <p:spPr>
          <a:xfrm>
            <a:off x="3379123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1" name="Google Shape;211;p14"/>
          <p:cNvSpPr txBox="1"/>
          <p:nvPr>
            <p:ph idx="7" type="title"/>
          </p:nvPr>
        </p:nvSpPr>
        <p:spPr>
          <a:xfrm>
            <a:off x="6318039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12" name="Google Shape;212;p14"/>
          <p:cNvSpPr txBox="1"/>
          <p:nvPr>
            <p:ph idx="8" type="subTitle"/>
          </p:nvPr>
        </p:nvSpPr>
        <p:spPr>
          <a:xfrm>
            <a:off x="6318039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3" name="Google Shape;213;p14"/>
          <p:cNvSpPr txBox="1"/>
          <p:nvPr>
            <p:ph idx="9" type="subTitle"/>
          </p:nvPr>
        </p:nvSpPr>
        <p:spPr>
          <a:xfrm>
            <a:off x="6318036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4" name="Google Shape;214;p14"/>
          <p:cNvSpPr txBox="1"/>
          <p:nvPr>
            <p:ph idx="13" type="title"/>
          </p:nvPr>
        </p:nvSpPr>
        <p:spPr>
          <a:xfrm>
            <a:off x="6318039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15" name="Google Shape;215;p14"/>
          <p:cNvSpPr txBox="1"/>
          <p:nvPr>
            <p:ph idx="14" type="subTitle"/>
          </p:nvPr>
        </p:nvSpPr>
        <p:spPr>
          <a:xfrm>
            <a:off x="6318039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6" name="Google Shape;216;p14"/>
          <p:cNvSpPr txBox="1"/>
          <p:nvPr>
            <p:ph idx="15" type="subTitle"/>
          </p:nvPr>
        </p:nvSpPr>
        <p:spPr>
          <a:xfrm>
            <a:off x="6318036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7" name="Google Shape;217;p14"/>
          <p:cNvSpPr txBox="1"/>
          <p:nvPr>
            <p:ph idx="16" type="title"/>
          </p:nvPr>
        </p:nvSpPr>
        <p:spPr>
          <a:xfrm>
            <a:off x="3379125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18" name="Google Shape;218;p14"/>
          <p:cNvSpPr txBox="1"/>
          <p:nvPr>
            <p:ph idx="17" type="subTitle"/>
          </p:nvPr>
        </p:nvSpPr>
        <p:spPr>
          <a:xfrm>
            <a:off x="3379125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9" name="Google Shape;219;p14"/>
          <p:cNvSpPr txBox="1"/>
          <p:nvPr>
            <p:ph idx="18" type="subTitle"/>
          </p:nvPr>
        </p:nvSpPr>
        <p:spPr>
          <a:xfrm>
            <a:off x="3379123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20" name="Google Shape;220;p1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1" name="Google Shape;221;p1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CUSTOM_7_1_1_1_1_1_1_1_1_1_1_1_1_1_1_1_1_1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15"/>
          <p:cNvPicPr preferRelativeResize="0"/>
          <p:nvPr/>
        </p:nvPicPr>
        <p:blipFill rotWithShape="1">
          <a:blip r:embed="rId2">
            <a:alphaModFix/>
          </a:blip>
          <a:srcRect b="14588" l="0" r="15469" t="0"/>
          <a:stretch/>
        </p:blipFill>
        <p:spPr>
          <a:xfrm flipH="1">
            <a:off x="4571999" y="2061075"/>
            <a:ext cx="4572001" cy="30824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4" name="Google Shape;224;p1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5" name="Google Shape;225;p15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6" name="Google Shape;226;p15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7" name="Google Shape;227;p15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8" name="Google Shape;228;p15"/>
          <p:cNvSpPr txBox="1"/>
          <p:nvPr>
            <p:ph idx="4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9" name="Google Shape;229;p15"/>
          <p:cNvSpPr txBox="1"/>
          <p:nvPr>
            <p:ph type="title"/>
          </p:nvPr>
        </p:nvSpPr>
        <p:spPr>
          <a:xfrm>
            <a:off x="35522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0" name="Google Shape;230;p15"/>
          <p:cNvSpPr txBox="1"/>
          <p:nvPr>
            <p:ph idx="5" type="subTitle"/>
          </p:nvPr>
        </p:nvSpPr>
        <p:spPr>
          <a:xfrm>
            <a:off x="35522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1" name="Google Shape;231;p15"/>
          <p:cNvSpPr txBox="1"/>
          <p:nvPr>
            <p:ph idx="6" type="body"/>
          </p:nvPr>
        </p:nvSpPr>
        <p:spPr>
          <a:xfrm>
            <a:off x="35522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2" name="Google Shape;232;p15"/>
          <p:cNvSpPr txBox="1"/>
          <p:nvPr>
            <p:ph idx="7" type="title"/>
          </p:nvPr>
        </p:nvSpPr>
        <p:spPr>
          <a:xfrm>
            <a:off x="254387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3" name="Google Shape;233;p15"/>
          <p:cNvSpPr txBox="1"/>
          <p:nvPr>
            <p:ph idx="8" type="subTitle"/>
          </p:nvPr>
        </p:nvSpPr>
        <p:spPr>
          <a:xfrm>
            <a:off x="254387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4" name="Google Shape;234;p15"/>
          <p:cNvSpPr txBox="1"/>
          <p:nvPr>
            <p:ph idx="9" type="body"/>
          </p:nvPr>
        </p:nvSpPr>
        <p:spPr>
          <a:xfrm>
            <a:off x="254387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5" name="Google Shape;235;p15"/>
          <p:cNvSpPr txBox="1"/>
          <p:nvPr>
            <p:ph idx="13" type="title"/>
          </p:nvPr>
        </p:nvSpPr>
        <p:spPr>
          <a:xfrm>
            <a:off x="47455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6" name="Google Shape;236;p15"/>
          <p:cNvSpPr txBox="1"/>
          <p:nvPr>
            <p:ph idx="14" type="subTitle"/>
          </p:nvPr>
        </p:nvSpPr>
        <p:spPr>
          <a:xfrm>
            <a:off x="47455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7" name="Google Shape;237;p15"/>
          <p:cNvSpPr txBox="1"/>
          <p:nvPr>
            <p:ph idx="15" type="body"/>
          </p:nvPr>
        </p:nvSpPr>
        <p:spPr>
          <a:xfrm>
            <a:off x="4745400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8" name="Google Shape;238;p15"/>
          <p:cNvSpPr txBox="1"/>
          <p:nvPr>
            <p:ph idx="16" type="title"/>
          </p:nvPr>
        </p:nvSpPr>
        <p:spPr>
          <a:xfrm>
            <a:off x="69423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9" name="Google Shape;239;p15"/>
          <p:cNvSpPr txBox="1"/>
          <p:nvPr>
            <p:ph idx="17" type="subTitle"/>
          </p:nvPr>
        </p:nvSpPr>
        <p:spPr>
          <a:xfrm>
            <a:off x="69423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40" name="Google Shape;240;p15"/>
          <p:cNvSpPr txBox="1"/>
          <p:nvPr>
            <p:ph idx="18" type="body"/>
          </p:nvPr>
        </p:nvSpPr>
        <p:spPr>
          <a:xfrm>
            <a:off x="6942300" y="2465025"/>
            <a:ext cx="17916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1" name="Google Shape;241;p15"/>
          <p:cNvSpPr txBox="1"/>
          <p:nvPr>
            <p:ph idx="19" type="title"/>
          </p:nvPr>
        </p:nvSpPr>
        <p:spPr>
          <a:xfrm>
            <a:off x="228600" y="613525"/>
            <a:ext cx="3904500" cy="864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2" name="Google Shape;242;p1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3" name="Google Shape;243;p1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ers">
  <p:cSld name="CUSTOM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6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46" name="Google Shape;246;p16"/>
          <p:cNvCxnSpPr/>
          <p:nvPr/>
        </p:nvCxnSpPr>
        <p:spPr>
          <a:xfrm>
            <a:off x="228450" y="2061025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7" name="Google Shape;247;p16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48" name="Google Shape;248;p16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49" name="Google Shape;249;p16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50" name="Google Shape;250;p1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1" name="Google Shape;251;p16"/>
          <p:cNvSpPr txBox="1"/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252" name="Google Shape;252;p16"/>
          <p:cNvSpPr/>
          <p:nvPr>
            <p:ph idx="5" type="pic"/>
          </p:nvPr>
        </p:nvSpPr>
        <p:spPr>
          <a:xfrm>
            <a:off x="3795900" y="2682425"/>
            <a:ext cx="1458300" cy="14583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16"/>
          <p:cNvSpPr txBox="1"/>
          <p:nvPr>
            <p:ph idx="6" type="body"/>
          </p:nvPr>
        </p:nvSpPr>
        <p:spPr>
          <a:xfrm>
            <a:off x="5871500" y="2468775"/>
            <a:ext cx="2864700" cy="676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54" name="Google Shape;254;p16"/>
          <p:cNvSpPr txBox="1"/>
          <p:nvPr>
            <p:ph idx="7" type="body"/>
          </p:nvPr>
        </p:nvSpPr>
        <p:spPr>
          <a:xfrm>
            <a:off x="5871500" y="3553025"/>
            <a:ext cx="2864700" cy="69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3048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3048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3048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3048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3048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3048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3048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3048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5" name="Google Shape;255;p16"/>
          <p:cNvSpPr txBox="1"/>
          <p:nvPr>
            <p:ph idx="8" type="subTitle"/>
          </p:nvPr>
        </p:nvSpPr>
        <p:spPr>
          <a:xfrm>
            <a:off x="238800" y="2720113"/>
            <a:ext cx="2824500" cy="145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6" name="Google Shape;256;p1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57" name="Google Shape;257;p1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">
  <p:cSld name="CUSTOM_2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7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0" name="Google Shape;260;p17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1" name="Google Shape;261;p17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62" name="Google Shape;262;p1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3" name="Google Shape;263;p17"/>
          <p:cNvSpPr/>
          <p:nvPr/>
        </p:nvSpPr>
        <p:spPr>
          <a:xfrm>
            <a:off x="228600" y="1395962"/>
            <a:ext cx="2101200" cy="3054000"/>
          </a:xfrm>
          <a:prstGeom prst="roundRect">
            <a:avLst>
              <a:gd fmla="val 963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4" name="Google Shape;264;p17"/>
          <p:cNvSpPr/>
          <p:nvPr/>
        </p:nvSpPr>
        <p:spPr>
          <a:xfrm>
            <a:off x="2423700" y="1395962"/>
            <a:ext cx="3198600" cy="3054000"/>
          </a:xfrm>
          <a:prstGeom prst="roundRect">
            <a:avLst>
              <a:gd fmla="val 674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5" name="Google Shape;265;p17"/>
          <p:cNvSpPr/>
          <p:nvPr/>
        </p:nvSpPr>
        <p:spPr>
          <a:xfrm>
            <a:off x="5716850" y="1395962"/>
            <a:ext cx="3198600" cy="17583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6" name="Google Shape;266;p17"/>
          <p:cNvSpPr/>
          <p:nvPr/>
        </p:nvSpPr>
        <p:spPr>
          <a:xfrm>
            <a:off x="5716200" y="3231390"/>
            <a:ext cx="3198600" cy="1217400"/>
          </a:xfrm>
          <a:prstGeom prst="roundRect">
            <a:avLst>
              <a:gd fmla="val 1360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7" name="Google Shape;267;p17"/>
          <p:cNvSpPr/>
          <p:nvPr>
            <p:ph idx="4" type="pic"/>
          </p:nvPr>
        </p:nvSpPr>
        <p:spPr>
          <a:xfrm>
            <a:off x="381950" y="993050"/>
            <a:ext cx="850500" cy="8505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17"/>
          <p:cNvSpPr txBox="1"/>
          <p:nvPr>
            <p:ph idx="5" type="subTitle"/>
          </p:nvPr>
        </p:nvSpPr>
        <p:spPr>
          <a:xfrm>
            <a:off x="381950" y="2062875"/>
            <a:ext cx="1786500" cy="23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None/>
              <a:defRPr b="1"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9" name="Google Shape;269;p17"/>
          <p:cNvSpPr txBox="1"/>
          <p:nvPr>
            <p:ph idx="6" type="body"/>
          </p:nvPr>
        </p:nvSpPr>
        <p:spPr>
          <a:xfrm>
            <a:off x="381950" y="2453500"/>
            <a:ext cx="17865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0" name="Google Shape;270;p17"/>
          <p:cNvSpPr txBox="1"/>
          <p:nvPr>
            <p:ph idx="7" type="subTitle"/>
          </p:nvPr>
        </p:nvSpPr>
        <p:spPr>
          <a:xfrm>
            <a:off x="2580250" y="1528150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1" name="Google Shape;271;p17"/>
          <p:cNvSpPr txBox="1"/>
          <p:nvPr>
            <p:ph idx="8" type="body"/>
          </p:nvPr>
        </p:nvSpPr>
        <p:spPr>
          <a:xfrm>
            <a:off x="2580250" y="1791652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cxnSp>
        <p:nvCxnSpPr>
          <p:cNvPr id="272" name="Google Shape;272;p17"/>
          <p:cNvCxnSpPr/>
          <p:nvPr/>
        </p:nvCxnSpPr>
        <p:spPr>
          <a:xfrm>
            <a:off x="2423700" y="2531312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3" name="Google Shape;273;p17"/>
          <p:cNvCxnSpPr/>
          <p:nvPr/>
        </p:nvCxnSpPr>
        <p:spPr>
          <a:xfrm>
            <a:off x="2423700" y="3583537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4" name="Google Shape;274;p17"/>
          <p:cNvSpPr txBox="1"/>
          <p:nvPr>
            <p:ph idx="9" type="subTitle"/>
          </p:nvPr>
        </p:nvSpPr>
        <p:spPr>
          <a:xfrm>
            <a:off x="2580250" y="26604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5" name="Google Shape;275;p17"/>
          <p:cNvSpPr txBox="1"/>
          <p:nvPr>
            <p:ph idx="13" type="body"/>
          </p:nvPr>
        </p:nvSpPr>
        <p:spPr>
          <a:xfrm>
            <a:off x="2580250" y="2931046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76" name="Google Shape;276;p17"/>
          <p:cNvSpPr/>
          <p:nvPr/>
        </p:nvSpPr>
        <p:spPr>
          <a:xfrm flipH="1">
            <a:off x="2600988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7" name="Google Shape;277;p17"/>
          <p:cNvSpPr/>
          <p:nvPr/>
        </p:nvSpPr>
        <p:spPr>
          <a:xfrm flipH="1">
            <a:off x="3654625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8" name="Google Shape;278;p17"/>
          <p:cNvSpPr/>
          <p:nvPr/>
        </p:nvSpPr>
        <p:spPr>
          <a:xfrm flipH="1">
            <a:off x="4602650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9" name="Google Shape;279;p17"/>
          <p:cNvSpPr txBox="1"/>
          <p:nvPr>
            <p:ph idx="14" type="subTitle"/>
          </p:nvPr>
        </p:nvSpPr>
        <p:spPr>
          <a:xfrm>
            <a:off x="2567250" y="36718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0" name="Google Shape;280;p17"/>
          <p:cNvSpPr txBox="1"/>
          <p:nvPr>
            <p:ph idx="15" type="subTitle"/>
          </p:nvPr>
        </p:nvSpPr>
        <p:spPr>
          <a:xfrm>
            <a:off x="5877425" y="15281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1" name="Google Shape;281;p17"/>
          <p:cNvSpPr txBox="1"/>
          <p:nvPr>
            <p:ph idx="16" type="subTitle"/>
          </p:nvPr>
        </p:nvSpPr>
        <p:spPr>
          <a:xfrm>
            <a:off x="5877425" y="178110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2" name="Google Shape;282;p17"/>
          <p:cNvSpPr txBox="1"/>
          <p:nvPr>
            <p:ph idx="17" type="subTitle"/>
          </p:nvPr>
        </p:nvSpPr>
        <p:spPr>
          <a:xfrm>
            <a:off x="5877425" y="22191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3" name="Google Shape;283;p17"/>
          <p:cNvSpPr txBox="1"/>
          <p:nvPr>
            <p:ph idx="18" type="subTitle"/>
          </p:nvPr>
        </p:nvSpPr>
        <p:spPr>
          <a:xfrm>
            <a:off x="5877425" y="26572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4" name="Google Shape;284;p17"/>
          <p:cNvSpPr txBox="1"/>
          <p:nvPr>
            <p:ph idx="19" type="subTitle"/>
          </p:nvPr>
        </p:nvSpPr>
        <p:spPr>
          <a:xfrm>
            <a:off x="5877425" y="335493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5" name="Google Shape;285;p17"/>
          <p:cNvSpPr txBox="1"/>
          <p:nvPr>
            <p:ph idx="20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6" name="Google Shape;286;p1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7" name="Google Shape;287;p1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lestones">
  <p:cSld name="CUSTOM_4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8"/>
          <p:cNvSpPr txBox="1"/>
          <p:nvPr>
            <p:ph idx="1" type="body"/>
          </p:nvPr>
        </p:nvSpPr>
        <p:spPr>
          <a:xfrm>
            <a:off x="2054000" y="2952175"/>
            <a:ext cx="1377600" cy="93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90" name="Google Shape;290;p18"/>
          <p:cNvSpPr txBox="1"/>
          <p:nvPr>
            <p:ph idx="2" type="body"/>
          </p:nvPr>
        </p:nvSpPr>
        <p:spPr>
          <a:xfrm>
            <a:off x="2461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91" name="Google Shape;291;p18"/>
          <p:cNvSpPr txBox="1"/>
          <p:nvPr>
            <p:ph idx="3" type="subTitle"/>
          </p:nvPr>
        </p:nvSpPr>
        <p:spPr>
          <a:xfrm>
            <a:off x="382995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292" name="Google Shape;292;p18"/>
          <p:cNvSpPr txBox="1"/>
          <p:nvPr>
            <p:ph idx="4" type="body"/>
          </p:nvPr>
        </p:nvSpPr>
        <p:spPr>
          <a:xfrm>
            <a:off x="3848250" y="2952163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93" name="Google Shape;293;p18"/>
          <p:cNvSpPr txBox="1"/>
          <p:nvPr>
            <p:ph idx="5" type="subTitle"/>
          </p:nvPr>
        </p:nvSpPr>
        <p:spPr>
          <a:xfrm>
            <a:off x="20774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94" name="Google Shape;294;p18"/>
          <p:cNvSpPr txBox="1"/>
          <p:nvPr>
            <p:ph idx="6" type="body"/>
          </p:nvPr>
        </p:nvSpPr>
        <p:spPr>
          <a:xfrm>
            <a:off x="5634175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95" name="Google Shape;295;p18"/>
          <p:cNvSpPr txBox="1"/>
          <p:nvPr>
            <p:ph idx="7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6" name="Google Shape;296;p18"/>
          <p:cNvSpPr txBox="1"/>
          <p:nvPr>
            <p:ph idx="8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7" name="Google Shape;297;p18"/>
          <p:cNvSpPr txBox="1"/>
          <p:nvPr>
            <p:ph idx="9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98" name="Google Shape;298;p1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9" name="Google Shape;299;p18"/>
          <p:cNvSpPr txBox="1"/>
          <p:nvPr>
            <p:ph type="title"/>
          </p:nvPr>
        </p:nvSpPr>
        <p:spPr>
          <a:xfrm>
            <a:off x="228600" y="613525"/>
            <a:ext cx="6841500" cy="753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00" name="Google Shape;300;p18"/>
          <p:cNvSpPr txBox="1"/>
          <p:nvPr>
            <p:ph idx="13" type="subTitle"/>
          </p:nvPr>
        </p:nvSpPr>
        <p:spPr>
          <a:xfrm>
            <a:off x="2775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1" name="Google Shape;301;p18"/>
          <p:cNvSpPr txBox="1"/>
          <p:nvPr>
            <p:ph idx="14" type="subTitle"/>
          </p:nvPr>
        </p:nvSpPr>
        <p:spPr>
          <a:xfrm>
            <a:off x="38773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2" name="Google Shape;302;p18"/>
          <p:cNvSpPr txBox="1"/>
          <p:nvPr>
            <p:ph idx="15" type="subTitle"/>
          </p:nvPr>
        </p:nvSpPr>
        <p:spPr>
          <a:xfrm>
            <a:off x="56772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3" name="Google Shape;303;p18"/>
          <p:cNvSpPr txBox="1"/>
          <p:nvPr>
            <p:ph idx="16" type="subTitle"/>
          </p:nvPr>
        </p:nvSpPr>
        <p:spPr>
          <a:xfrm>
            <a:off x="74771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4" name="Google Shape;304;p18"/>
          <p:cNvSpPr txBox="1"/>
          <p:nvPr>
            <p:ph idx="17" type="subTitle"/>
          </p:nvPr>
        </p:nvSpPr>
        <p:spPr>
          <a:xfrm>
            <a:off x="23880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5" name="Google Shape;305;p18"/>
          <p:cNvSpPr txBox="1"/>
          <p:nvPr>
            <p:ph idx="18" type="subTitle"/>
          </p:nvPr>
        </p:nvSpPr>
        <p:spPr>
          <a:xfrm>
            <a:off x="2034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06" name="Google Shape;306;p18"/>
          <p:cNvSpPr txBox="1"/>
          <p:nvPr>
            <p:ph idx="19" type="subTitle"/>
          </p:nvPr>
        </p:nvSpPr>
        <p:spPr>
          <a:xfrm>
            <a:off x="5645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07" name="Google Shape;307;p18"/>
          <p:cNvSpPr txBox="1"/>
          <p:nvPr>
            <p:ph idx="20" type="subTitle"/>
          </p:nvPr>
        </p:nvSpPr>
        <p:spPr>
          <a:xfrm>
            <a:off x="7460789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08" name="Google Shape;308;p18"/>
          <p:cNvSpPr txBox="1"/>
          <p:nvPr>
            <p:ph idx="21" type="subTitle"/>
          </p:nvPr>
        </p:nvSpPr>
        <p:spPr>
          <a:xfrm>
            <a:off x="372900" y="202945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Urbanist"/>
              <a:buNone/>
              <a:defRPr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09" name="Google Shape;309;p18"/>
          <p:cNvSpPr txBox="1"/>
          <p:nvPr>
            <p:ph idx="22" type="subTitle"/>
          </p:nvPr>
        </p:nvSpPr>
        <p:spPr>
          <a:xfrm>
            <a:off x="2178663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0" name="Google Shape;310;p18"/>
          <p:cNvSpPr txBox="1"/>
          <p:nvPr>
            <p:ph idx="23" type="subTitle"/>
          </p:nvPr>
        </p:nvSpPr>
        <p:spPr>
          <a:xfrm>
            <a:off x="3974250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1" name="Google Shape;311;p18"/>
          <p:cNvSpPr txBox="1"/>
          <p:nvPr>
            <p:ph idx="24" type="subTitle"/>
          </p:nvPr>
        </p:nvSpPr>
        <p:spPr>
          <a:xfrm>
            <a:off x="5789675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2" name="Google Shape;312;p18"/>
          <p:cNvSpPr txBox="1"/>
          <p:nvPr>
            <p:ph idx="25" type="subTitle"/>
          </p:nvPr>
        </p:nvSpPr>
        <p:spPr>
          <a:xfrm>
            <a:off x="7605089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3" name="Google Shape;313;p18"/>
          <p:cNvSpPr txBox="1"/>
          <p:nvPr>
            <p:ph idx="26" type="body"/>
          </p:nvPr>
        </p:nvSpPr>
        <p:spPr>
          <a:xfrm>
            <a:off x="74503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14" name="Google Shape;314;p1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5" name="Google Shape;315;p1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 ">
  <p:cSld name="CUSTOM_5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9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18" name="Google Shape;318;p19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19" name="Google Shape;319;p19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20" name="Google Shape;320;p1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1" name="Google Shape;321;p1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2" name="Google Shape;322;p1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3" name="Google Shape;323;p19"/>
          <p:cNvSpPr txBox="1"/>
          <p:nvPr>
            <p:ph idx="4" type="subTitle"/>
          </p:nvPr>
        </p:nvSpPr>
        <p:spPr>
          <a:xfrm>
            <a:off x="6314800" y="458325"/>
            <a:ext cx="229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4" name="Google Shape;324;p19"/>
          <p:cNvSpPr txBox="1"/>
          <p:nvPr>
            <p:ph type="title"/>
          </p:nvPr>
        </p:nvSpPr>
        <p:spPr>
          <a:xfrm>
            <a:off x="237650" y="746900"/>
            <a:ext cx="2834700" cy="2590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25" name="Google Shape;325;p19"/>
          <p:cNvSpPr txBox="1"/>
          <p:nvPr>
            <p:ph idx="5" type="subTitle"/>
          </p:nvPr>
        </p:nvSpPr>
        <p:spPr>
          <a:xfrm>
            <a:off x="229175" y="229175"/>
            <a:ext cx="283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6" name="Google Shape;326;p19"/>
          <p:cNvSpPr txBox="1"/>
          <p:nvPr>
            <p:ph idx="6" type="subTitle"/>
          </p:nvPr>
        </p:nvSpPr>
        <p:spPr>
          <a:xfrm>
            <a:off x="3437500" y="882725"/>
            <a:ext cx="22947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7" name="Google Shape;327;p19"/>
          <p:cNvSpPr txBox="1"/>
          <p:nvPr>
            <p:ph idx="7" type="title"/>
          </p:nvPr>
        </p:nvSpPr>
        <p:spPr>
          <a:xfrm>
            <a:off x="3611850" y="1848195"/>
            <a:ext cx="1924200" cy="594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9pPr>
          </a:lstStyle>
          <a:p/>
        </p:txBody>
      </p:sp>
      <p:sp>
        <p:nvSpPr>
          <p:cNvPr id="328" name="Google Shape;328;p19"/>
          <p:cNvSpPr txBox="1"/>
          <p:nvPr>
            <p:ph idx="8" type="title"/>
          </p:nvPr>
        </p:nvSpPr>
        <p:spPr>
          <a:xfrm>
            <a:off x="3611850" y="3250202"/>
            <a:ext cx="1920300" cy="59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Font typeface="Urbanist"/>
              <a:buNone/>
              <a:defRPr sz="6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29" name="Google Shape;329;p19"/>
          <p:cNvSpPr txBox="1"/>
          <p:nvPr>
            <p:ph idx="9" type="subTitle"/>
          </p:nvPr>
        </p:nvSpPr>
        <p:spPr>
          <a:xfrm>
            <a:off x="3611850" y="2707575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0" name="Google Shape;330;p19"/>
          <p:cNvSpPr txBox="1"/>
          <p:nvPr>
            <p:ph idx="13" type="subTitle"/>
          </p:nvPr>
        </p:nvSpPr>
        <p:spPr>
          <a:xfrm>
            <a:off x="3611850" y="4076800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1" name="Google Shape;331;p19"/>
          <p:cNvSpPr txBox="1"/>
          <p:nvPr>
            <p:ph idx="14" type="subTitle"/>
          </p:nvPr>
        </p:nvSpPr>
        <p:spPr>
          <a:xfrm>
            <a:off x="6258900" y="3267725"/>
            <a:ext cx="24783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2" name="Google Shape;332;p19"/>
          <p:cNvSpPr txBox="1"/>
          <p:nvPr>
            <p:ph idx="15" type="subTitle"/>
          </p:nvPr>
        </p:nvSpPr>
        <p:spPr>
          <a:xfrm>
            <a:off x="6258900" y="3955225"/>
            <a:ext cx="24783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 u="sng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35" name="Google Shape;335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40" name="Google Shape;340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43" name="Google Shape;343;p2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4" name="Google Shape;344;p2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9" name="Google Shape;349;p2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54" name="Google Shape;354;p2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55" name="Google Shape;355;p2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60" name="Google Shape;360;p2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4" name="Google Shape;364;p3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5" name="Google Shape;365;p3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6" name="Google Shape;366;p3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7" name="Google Shape;367;p3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8" name="Google Shape;368;p3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9" name="Google Shape;369;p3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2" name="Google Shape;372;p3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3" name="Google Shape;373;p3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6" name="Google Shape;376;p3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7" name="Google Shape;377;p3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8" name="Google Shape;378;p3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9" name="Google Shape;379;p3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2" name="Google Shape;382;p3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4" name="Google Shape;384;p34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5" name="Google Shape;385;p34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6" name="Google Shape;386;p34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7" name="Google Shape;387;p34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0" name="Google Shape;390;p3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1" name="Google Shape;391;p3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2" name="Google Shape;392;p3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3" name="Google Shape;393;p3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94" name="Google Shape;394;p3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5" name="Google Shape;395;p3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6" name="Google Shape;396;p3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7" name="Google Shape;397;p3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0" name="Google Shape;400;p3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3" name="Google Shape;403;p3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4" name="Google Shape;404;p3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5" name="Google Shape;405;p3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6" name="Google Shape;406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7" name="Google Shape;407;p3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08" name="Google Shape;408;p3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1" name="Google Shape;411;p3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2" name="Google Shape;412;p3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3" name="Google Shape;413;p3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4" name="Google Shape;414;p3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5" name="Google Shape;415;p3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6" name="Google Shape;416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7" name="Google Shape;417;p3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8" name="Google Shape;418;p3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9" name="Google Shape;419;p3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4" name="Google Shape;424;p4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5" name="Google Shape;425;p4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6" name="Google Shape;426;p4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7" name="Google Shape;427;p4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8" name="Google Shape;428;p4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9" name="Google Shape;429;p4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0" name="Google Shape;430;p4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1" name="Google Shape;431;p4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2" name="Google Shape;432;p4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motions" type="blank">
  <p:cSld name="BLANK"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42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439" name="Google Shape;439;p42"/>
          <p:cNvSpPr txBox="1"/>
          <p:nvPr>
            <p:ph idx="2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pic>
        <p:nvPicPr>
          <p:cNvPr descr="A portrait of a smiling woman in casual attire. " id="440" name="Google Shape;440;p42"/>
          <p:cNvPicPr preferRelativeResize="0"/>
          <p:nvPr/>
        </p:nvPicPr>
        <p:blipFill rotWithShape="1">
          <a:blip r:embed="rId2">
            <a:alphaModFix/>
          </a:blip>
          <a:srcRect b="23377" l="26958" r="35832" t="0"/>
          <a:stretch/>
        </p:blipFill>
        <p:spPr>
          <a:xfrm>
            <a:off x="284700" y="1847700"/>
            <a:ext cx="2055000" cy="2820900"/>
          </a:xfrm>
          <a:prstGeom prst="roundRect">
            <a:avLst>
              <a:gd fmla="val 15597" name="adj"/>
            </a:avLst>
          </a:prstGeom>
          <a:noFill/>
          <a:ln>
            <a:noFill/>
          </a:ln>
        </p:spPr>
      </p:pic>
      <p:pic>
        <p:nvPicPr>
          <p:cNvPr descr="A confident man stands with his arms crossed in front of a white background. " id="441" name="Google Shape;441;p42"/>
          <p:cNvPicPr preferRelativeResize="0"/>
          <p:nvPr/>
        </p:nvPicPr>
        <p:blipFill rotWithShape="1">
          <a:blip r:embed="rId3">
            <a:alphaModFix/>
          </a:blip>
          <a:srcRect b="1224" l="28620" r="23422" t="0"/>
          <a:stretch/>
        </p:blipFill>
        <p:spPr>
          <a:xfrm>
            <a:off x="4629476" y="1847700"/>
            <a:ext cx="2055000" cy="2820900"/>
          </a:xfrm>
          <a:prstGeom prst="roundRect">
            <a:avLst>
              <a:gd fmla="val 15616" name="adj"/>
            </a:avLst>
          </a:prstGeom>
          <a:noFill/>
          <a:ln>
            <a:noFill/>
          </a:ln>
        </p:spPr>
      </p:pic>
      <p:sp>
        <p:nvSpPr>
          <p:cNvPr id="442" name="Google Shape;442;p42"/>
          <p:cNvSpPr txBox="1"/>
          <p:nvPr>
            <p:ph type="title"/>
          </p:nvPr>
        </p:nvSpPr>
        <p:spPr>
          <a:xfrm>
            <a:off x="284700" y="598950"/>
            <a:ext cx="6615900" cy="450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443" name="Google Shape;443;p42"/>
          <p:cNvSpPr txBox="1"/>
          <p:nvPr>
            <p:ph idx="3" type="subTitle"/>
          </p:nvPr>
        </p:nvSpPr>
        <p:spPr>
          <a:xfrm>
            <a:off x="2541625" y="2578075"/>
            <a:ext cx="1796700" cy="3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4" name="Google Shape;444;p42"/>
          <p:cNvSpPr txBox="1"/>
          <p:nvPr>
            <p:ph idx="4" type="subTitle"/>
          </p:nvPr>
        </p:nvSpPr>
        <p:spPr>
          <a:xfrm>
            <a:off x="2640775" y="2819575"/>
            <a:ext cx="1485600" cy="45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5" name="Google Shape;445;p42"/>
          <p:cNvSpPr txBox="1"/>
          <p:nvPr>
            <p:ph idx="5" type="subTitle"/>
          </p:nvPr>
        </p:nvSpPr>
        <p:spPr>
          <a:xfrm>
            <a:off x="6895261" y="2578075"/>
            <a:ext cx="1796700" cy="3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6" name="Google Shape;446;p42"/>
          <p:cNvSpPr txBox="1"/>
          <p:nvPr>
            <p:ph idx="6" type="subTitle"/>
          </p:nvPr>
        </p:nvSpPr>
        <p:spPr>
          <a:xfrm>
            <a:off x="6895261" y="2819575"/>
            <a:ext cx="1485600" cy="45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7" name="Google Shape;447;p42"/>
          <p:cNvSpPr txBox="1"/>
          <p:nvPr>
            <p:ph idx="7" type="subTitle"/>
          </p:nvPr>
        </p:nvSpPr>
        <p:spPr>
          <a:xfrm>
            <a:off x="2541000" y="3617250"/>
            <a:ext cx="18999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448" name="Google Shape;448;p42"/>
          <p:cNvSpPr txBox="1"/>
          <p:nvPr>
            <p:ph idx="8" type="subTitle"/>
          </p:nvPr>
        </p:nvSpPr>
        <p:spPr>
          <a:xfrm>
            <a:off x="6886656" y="3627975"/>
            <a:ext cx="18999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449" name="Google Shape;449;p42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2"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43"/>
          <p:cNvSpPr txBox="1"/>
          <p:nvPr>
            <p:ph type="title"/>
          </p:nvPr>
        </p:nvSpPr>
        <p:spPr>
          <a:xfrm>
            <a:off x="291800" y="465200"/>
            <a:ext cx="5666400" cy="204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grpSp>
        <p:nvGrpSpPr>
          <p:cNvPr id="452" name="Google Shape;452;p43"/>
          <p:cNvGrpSpPr/>
          <p:nvPr/>
        </p:nvGrpSpPr>
        <p:grpSpPr>
          <a:xfrm>
            <a:off x="5689900" y="0"/>
            <a:ext cx="2908801" cy="5143500"/>
            <a:chOff x="5689900" y="0"/>
            <a:chExt cx="2908801" cy="5143500"/>
          </a:xfrm>
        </p:grpSpPr>
        <p:pic>
          <p:nvPicPr>
            <p:cNvPr id="453" name="Google Shape;453;p43"/>
            <p:cNvPicPr preferRelativeResize="0"/>
            <p:nvPr/>
          </p:nvPicPr>
          <p:blipFill rotWithShape="1">
            <a:blip r:embed="rId2">
              <a:alphaModFix/>
            </a:blip>
            <a:srcRect b="18778" l="0" r="0" t="0"/>
            <a:stretch/>
          </p:blipFill>
          <p:spPr>
            <a:xfrm>
              <a:off x="5689900" y="2780975"/>
              <a:ext cx="2908800" cy="2362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4" name="Google Shape;454;p43"/>
            <p:cNvPicPr preferRelativeResize="0"/>
            <p:nvPr/>
          </p:nvPicPr>
          <p:blipFill rotWithShape="1">
            <a:blip r:embed="rId3">
              <a:alphaModFix/>
            </a:blip>
            <a:srcRect b="0" l="0" r="0" t="25727"/>
            <a:stretch/>
          </p:blipFill>
          <p:spPr>
            <a:xfrm>
              <a:off x="5689900" y="0"/>
              <a:ext cx="2908800" cy="2160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5" name="Google Shape;455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689900" y="960725"/>
              <a:ext cx="2908800" cy="29088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BLANK_2_1"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44"/>
          <p:cNvSpPr/>
          <p:nvPr/>
        </p:nvSpPr>
        <p:spPr>
          <a:xfrm>
            <a:off x="608106" y="3907013"/>
            <a:ext cx="571200" cy="5712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58" name="Google Shape;458;p44"/>
          <p:cNvSpPr/>
          <p:nvPr>
            <p:ph idx="2" type="pic"/>
          </p:nvPr>
        </p:nvSpPr>
        <p:spPr>
          <a:xfrm>
            <a:off x="598225" y="3900375"/>
            <a:ext cx="571200" cy="571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59" name="Google Shape;459;p44"/>
          <p:cNvSpPr txBox="1"/>
          <p:nvPr>
            <p:ph type="title"/>
          </p:nvPr>
        </p:nvSpPr>
        <p:spPr>
          <a:xfrm>
            <a:off x="291800" y="465200"/>
            <a:ext cx="5666400" cy="204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0" name="Google Shape;460;p44"/>
          <p:cNvSpPr txBox="1"/>
          <p:nvPr>
            <p:ph idx="1" type="subTitle"/>
          </p:nvPr>
        </p:nvSpPr>
        <p:spPr>
          <a:xfrm>
            <a:off x="1416800" y="3864575"/>
            <a:ext cx="2908800" cy="308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1" name="Google Shape;461;p44"/>
          <p:cNvSpPr txBox="1"/>
          <p:nvPr>
            <p:ph idx="3" type="subTitle"/>
          </p:nvPr>
        </p:nvSpPr>
        <p:spPr>
          <a:xfrm>
            <a:off x="1416800" y="4185969"/>
            <a:ext cx="2908800" cy="30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i="1" sz="12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Instrument Sans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Instrument Sans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Instrument Sans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Instrument Sans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Instrument Sans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Instrument Sans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Instrument Sans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Instrument Sans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grpSp>
        <p:nvGrpSpPr>
          <p:cNvPr id="462" name="Google Shape;462;p44"/>
          <p:cNvGrpSpPr/>
          <p:nvPr/>
        </p:nvGrpSpPr>
        <p:grpSpPr>
          <a:xfrm>
            <a:off x="5689900" y="0"/>
            <a:ext cx="2908801" cy="5143500"/>
            <a:chOff x="5689900" y="0"/>
            <a:chExt cx="2908801" cy="5143500"/>
          </a:xfrm>
        </p:grpSpPr>
        <p:pic>
          <p:nvPicPr>
            <p:cNvPr id="463" name="Google Shape;463;p44"/>
            <p:cNvPicPr preferRelativeResize="0"/>
            <p:nvPr/>
          </p:nvPicPr>
          <p:blipFill rotWithShape="1">
            <a:blip r:embed="rId2">
              <a:alphaModFix/>
            </a:blip>
            <a:srcRect b="18778" l="0" r="0" t="0"/>
            <a:stretch/>
          </p:blipFill>
          <p:spPr>
            <a:xfrm>
              <a:off x="5689900" y="2780975"/>
              <a:ext cx="2908800" cy="2362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4" name="Google Shape;464;p44"/>
            <p:cNvPicPr preferRelativeResize="0"/>
            <p:nvPr/>
          </p:nvPicPr>
          <p:blipFill rotWithShape="1">
            <a:blip r:embed="rId3">
              <a:alphaModFix/>
            </a:blip>
            <a:srcRect b="0" l="0" r="0" t="25727"/>
            <a:stretch/>
          </p:blipFill>
          <p:spPr>
            <a:xfrm>
              <a:off x="5689900" y="0"/>
              <a:ext cx="2908800" cy="2160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5" name="Google Shape;465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689900" y="960725"/>
              <a:ext cx="2908800" cy="29088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4 elements">
  <p:cSld name="BLANK_1_1_1_1_1_1_1_1_1_1_1_2">
    <p:bg>
      <p:bgPr>
        <a:solidFill>
          <a:schemeClr val="dk2"/>
        </a:solidFill>
      </p:bgPr>
    </p:bg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7" name="Google Shape;467;p45"/>
          <p:cNvPicPr preferRelativeResize="0"/>
          <p:nvPr/>
        </p:nvPicPr>
        <p:blipFill rotWithShape="1">
          <a:blip r:embed="rId2">
            <a:alphaModFix/>
          </a:blip>
          <a:srcRect b="31415" l="0" r="33444" t="12335"/>
          <a:stretch/>
        </p:blipFill>
        <p:spPr>
          <a:xfrm>
            <a:off x="3058325" y="0"/>
            <a:ext cx="608567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45"/>
          <p:cNvSpPr txBox="1"/>
          <p:nvPr>
            <p:ph idx="1" type="body"/>
          </p:nvPr>
        </p:nvSpPr>
        <p:spPr>
          <a:xfrm>
            <a:off x="4628175" y="2623228"/>
            <a:ext cx="2055000" cy="12816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469" name="Google Shape;469;p45"/>
          <p:cNvSpPr txBox="1"/>
          <p:nvPr>
            <p:ph idx="2" type="body"/>
          </p:nvPr>
        </p:nvSpPr>
        <p:spPr>
          <a:xfrm>
            <a:off x="6801875" y="2623228"/>
            <a:ext cx="2055000" cy="12816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470" name="Google Shape;470;p45"/>
          <p:cNvSpPr txBox="1"/>
          <p:nvPr>
            <p:ph idx="3" type="body"/>
          </p:nvPr>
        </p:nvSpPr>
        <p:spPr>
          <a:xfrm>
            <a:off x="280875" y="2623228"/>
            <a:ext cx="2055000" cy="12816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471" name="Google Shape;471;p45"/>
          <p:cNvSpPr txBox="1"/>
          <p:nvPr>
            <p:ph idx="4" type="body"/>
          </p:nvPr>
        </p:nvSpPr>
        <p:spPr>
          <a:xfrm>
            <a:off x="2454525" y="2623228"/>
            <a:ext cx="2055000" cy="12816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●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○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■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●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○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■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●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○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■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472" name="Google Shape;472;p45"/>
          <p:cNvSpPr txBox="1"/>
          <p:nvPr>
            <p:ph idx="5" type="subTitle"/>
          </p:nvPr>
        </p:nvSpPr>
        <p:spPr>
          <a:xfrm>
            <a:off x="289100" y="4018750"/>
            <a:ext cx="2055000" cy="498600"/>
          </a:xfrm>
          <a:prstGeom prst="rect">
            <a:avLst/>
          </a:prstGeom>
        </p:spPr>
        <p:txBody>
          <a:bodyPr anchorCtr="0" anchor="b" bIns="0" lIns="137150" spcFirstLastPara="1" rIns="13715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3" name="Google Shape;473;p45"/>
          <p:cNvSpPr txBox="1"/>
          <p:nvPr>
            <p:ph idx="6" type="subTitle"/>
          </p:nvPr>
        </p:nvSpPr>
        <p:spPr>
          <a:xfrm>
            <a:off x="2459475" y="4018750"/>
            <a:ext cx="2055000" cy="498600"/>
          </a:xfrm>
          <a:prstGeom prst="rect">
            <a:avLst/>
          </a:prstGeom>
        </p:spPr>
        <p:txBody>
          <a:bodyPr anchorCtr="0" anchor="b" bIns="0" lIns="137150" spcFirstLastPara="1" rIns="13715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4" name="Google Shape;474;p45"/>
          <p:cNvSpPr txBox="1"/>
          <p:nvPr>
            <p:ph idx="7" type="subTitle"/>
          </p:nvPr>
        </p:nvSpPr>
        <p:spPr>
          <a:xfrm>
            <a:off x="4629100" y="4018750"/>
            <a:ext cx="2055000" cy="498600"/>
          </a:xfrm>
          <a:prstGeom prst="rect">
            <a:avLst/>
          </a:prstGeom>
        </p:spPr>
        <p:txBody>
          <a:bodyPr anchorCtr="0" anchor="b" bIns="0" lIns="137150" spcFirstLastPara="1" rIns="13715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5" name="Google Shape;475;p45"/>
          <p:cNvSpPr txBox="1"/>
          <p:nvPr>
            <p:ph idx="8" type="subTitle"/>
          </p:nvPr>
        </p:nvSpPr>
        <p:spPr>
          <a:xfrm>
            <a:off x="6807639" y="4018750"/>
            <a:ext cx="2055000" cy="498600"/>
          </a:xfrm>
          <a:prstGeom prst="rect">
            <a:avLst/>
          </a:prstGeom>
        </p:spPr>
        <p:txBody>
          <a:bodyPr anchorCtr="0" anchor="b" bIns="0" lIns="137150" spcFirstLastPara="1" rIns="13715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6" name="Google Shape;476;p45"/>
          <p:cNvSpPr txBox="1"/>
          <p:nvPr>
            <p:ph type="title"/>
          </p:nvPr>
        </p:nvSpPr>
        <p:spPr>
          <a:xfrm>
            <a:off x="292597" y="474750"/>
            <a:ext cx="63903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477" name="Google Shape;477;p45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8" name="Google Shape;478;p45"/>
          <p:cNvSpPr txBox="1"/>
          <p:nvPr>
            <p:ph idx="9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479" name="Google Shape;479;p45"/>
          <p:cNvSpPr txBox="1"/>
          <p:nvPr>
            <p:ph idx="13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480" name="Google Shape;480;p45"/>
          <p:cNvSpPr txBox="1"/>
          <p:nvPr>
            <p:ph idx="14" type="subTitle"/>
          </p:nvPr>
        </p:nvSpPr>
        <p:spPr>
          <a:xfrm>
            <a:off x="282950" y="2144530"/>
            <a:ext cx="900900" cy="312600"/>
          </a:xfrm>
          <a:prstGeom prst="rect">
            <a:avLst/>
          </a:prstGeom>
          <a:noFill/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481" name="Google Shape;481;p45"/>
          <p:cNvSpPr txBox="1"/>
          <p:nvPr>
            <p:ph idx="15" type="subTitle"/>
          </p:nvPr>
        </p:nvSpPr>
        <p:spPr>
          <a:xfrm>
            <a:off x="2456213" y="2144530"/>
            <a:ext cx="900900" cy="312600"/>
          </a:xfrm>
          <a:prstGeom prst="rect">
            <a:avLst/>
          </a:prstGeom>
          <a:noFill/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482" name="Google Shape;482;p45"/>
          <p:cNvSpPr txBox="1"/>
          <p:nvPr>
            <p:ph idx="16" type="subTitle"/>
          </p:nvPr>
        </p:nvSpPr>
        <p:spPr>
          <a:xfrm>
            <a:off x="4629025" y="2144530"/>
            <a:ext cx="900900" cy="312600"/>
          </a:xfrm>
          <a:prstGeom prst="rect">
            <a:avLst/>
          </a:prstGeom>
          <a:noFill/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483" name="Google Shape;483;p45"/>
          <p:cNvSpPr txBox="1"/>
          <p:nvPr>
            <p:ph idx="17" type="subTitle"/>
          </p:nvPr>
        </p:nvSpPr>
        <p:spPr>
          <a:xfrm>
            <a:off x="6801875" y="2144530"/>
            <a:ext cx="900900" cy="312600"/>
          </a:xfrm>
          <a:prstGeom prst="rect">
            <a:avLst/>
          </a:prstGeom>
          <a:noFill/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6 elements">
  <p:cSld name="BLANK_1_1_1_1_1_1_1_1_1_1_1_2_1">
    <p:bg>
      <p:bgPr>
        <a:solidFill>
          <a:schemeClr val="dk2"/>
        </a:solidFill>
      </p:bgPr>
    </p:bg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5" name="Google Shape;485;p46"/>
          <p:cNvPicPr preferRelativeResize="0"/>
          <p:nvPr/>
        </p:nvPicPr>
        <p:blipFill rotWithShape="1">
          <a:blip r:embed="rId2">
            <a:alphaModFix/>
          </a:blip>
          <a:srcRect b="31415" l="0" r="33444" t="12335"/>
          <a:stretch/>
        </p:blipFill>
        <p:spPr>
          <a:xfrm>
            <a:off x="3058325" y="0"/>
            <a:ext cx="608567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46"/>
          <p:cNvSpPr txBox="1"/>
          <p:nvPr>
            <p:ph idx="1" type="body"/>
          </p:nvPr>
        </p:nvSpPr>
        <p:spPr>
          <a:xfrm>
            <a:off x="281050" y="2623225"/>
            <a:ext cx="1363500" cy="1323600"/>
          </a:xfrm>
          <a:prstGeom prst="rect">
            <a:avLst/>
          </a:prstGeom>
        </p:spPr>
        <p:txBody>
          <a:bodyPr anchorCtr="0" anchor="t" bIns="91425" lIns="137150" spcFirstLastPara="1" rIns="90250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487" name="Google Shape;487;p46"/>
          <p:cNvSpPr txBox="1"/>
          <p:nvPr>
            <p:ph idx="2" type="body"/>
          </p:nvPr>
        </p:nvSpPr>
        <p:spPr>
          <a:xfrm>
            <a:off x="1721100" y="2623225"/>
            <a:ext cx="1372500" cy="13236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488" name="Google Shape;488;p46"/>
          <p:cNvSpPr txBox="1"/>
          <p:nvPr>
            <p:ph idx="3" type="body"/>
          </p:nvPr>
        </p:nvSpPr>
        <p:spPr>
          <a:xfrm>
            <a:off x="3166974" y="2623225"/>
            <a:ext cx="1372500" cy="13236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489" name="Google Shape;489;p46"/>
          <p:cNvSpPr txBox="1"/>
          <p:nvPr>
            <p:ph idx="4" type="body"/>
          </p:nvPr>
        </p:nvSpPr>
        <p:spPr>
          <a:xfrm>
            <a:off x="4608100" y="2623225"/>
            <a:ext cx="1372500" cy="13236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490" name="Google Shape;490;p46"/>
          <p:cNvSpPr txBox="1"/>
          <p:nvPr>
            <p:ph idx="5" type="body"/>
          </p:nvPr>
        </p:nvSpPr>
        <p:spPr>
          <a:xfrm>
            <a:off x="6053974" y="2623225"/>
            <a:ext cx="1372500" cy="13236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491" name="Google Shape;491;p46"/>
          <p:cNvSpPr txBox="1"/>
          <p:nvPr>
            <p:ph idx="6" type="body"/>
          </p:nvPr>
        </p:nvSpPr>
        <p:spPr>
          <a:xfrm>
            <a:off x="7495100" y="2623225"/>
            <a:ext cx="1372500" cy="13236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492" name="Google Shape;492;p46"/>
          <p:cNvSpPr txBox="1"/>
          <p:nvPr>
            <p:ph type="title"/>
          </p:nvPr>
        </p:nvSpPr>
        <p:spPr>
          <a:xfrm>
            <a:off x="292597" y="474750"/>
            <a:ext cx="63903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493" name="Google Shape;493;p46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4" name="Google Shape;494;p46"/>
          <p:cNvSpPr txBox="1"/>
          <p:nvPr>
            <p:ph idx="7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495" name="Google Shape;495;p46"/>
          <p:cNvSpPr txBox="1"/>
          <p:nvPr>
            <p:ph idx="8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496" name="Google Shape;496;p46"/>
          <p:cNvSpPr txBox="1"/>
          <p:nvPr>
            <p:ph idx="9" type="subTitle"/>
          </p:nvPr>
        </p:nvSpPr>
        <p:spPr>
          <a:xfrm>
            <a:off x="282950" y="2148761"/>
            <a:ext cx="900900" cy="312600"/>
          </a:xfrm>
          <a:prstGeom prst="rect">
            <a:avLst/>
          </a:prstGeom>
          <a:noFill/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497" name="Google Shape;497;p46"/>
          <p:cNvSpPr txBox="1"/>
          <p:nvPr>
            <p:ph idx="13" type="subTitle"/>
          </p:nvPr>
        </p:nvSpPr>
        <p:spPr>
          <a:xfrm>
            <a:off x="1724950" y="2148761"/>
            <a:ext cx="900900" cy="312600"/>
          </a:xfrm>
          <a:prstGeom prst="rect">
            <a:avLst/>
          </a:prstGeom>
          <a:noFill/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498" name="Google Shape;498;p46"/>
          <p:cNvSpPr txBox="1"/>
          <p:nvPr>
            <p:ph idx="14" type="subTitle"/>
          </p:nvPr>
        </p:nvSpPr>
        <p:spPr>
          <a:xfrm>
            <a:off x="3166525" y="2148761"/>
            <a:ext cx="900900" cy="312600"/>
          </a:xfrm>
          <a:prstGeom prst="rect">
            <a:avLst/>
          </a:prstGeom>
          <a:noFill/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499" name="Google Shape;499;p46"/>
          <p:cNvSpPr txBox="1"/>
          <p:nvPr>
            <p:ph idx="15" type="subTitle"/>
          </p:nvPr>
        </p:nvSpPr>
        <p:spPr>
          <a:xfrm>
            <a:off x="4607875" y="2148761"/>
            <a:ext cx="900900" cy="312600"/>
          </a:xfrm>
          <a:prstGeom prst="rect">
            <a:avLst/>
          </a:prstGeom>
          <a:noFill/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500" name="Google Shape;500;p46"/>
          <p:cNvSpPr txBox="1"/>
          <p:nvPr>
            <p:ph idx="16" type="subTitle"/>
          </p:nvPr>
        </p:nvSpPr>
        <p:spPr>
          <a:xfrm>
            <a:off x="6049225" y="2148761"/>
            <a:ext cx="900900" cy="312600"/>
          </a:xfrm>
          <a:prstGeom prst="rect">
            <a:avLst/>
          </a:prstGeom>
          <a:noFill/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501" name="Google Shape;501;p46"/>
          <p:cNvSpPr txBox="1"/>
          <p:nvPr>
            <p:ph idx="17" type="subTitle"/>
          </p:nvPr>
        </p:nvSpPr>
        <p:spPr>
          <a:xfrm>
            <a:off x="7490575" y="2148761"/>
            <a:ext cx="900900" cy="312600"/>
          </a:xfrm>
          <a:prstGeom prst="rect">
            <a:avLst/>
          </a:prstGeom>
          <a:noFill/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502" name="Google Shape;502;p46"/>
          <p:cNvSpPr txBox="1"/>
          <p:nvPr>
            <p:ph idx="18" type="subTitle"/>
          </p:nvPr>
        </p:nvSpPr>
        <p:spPr>
          <a:xfrm>
            <a:off x="289100" y="4018750"/>
            <a:ext cx="1363500" cy="498600"/>
          </a:xfrm>
          <a:prstGeom prst="rect">
            <a:avLst/>
          </a:prstGeom>
        </p:spPr>
        <p:txBody>
          <a:bodyPr anchorCtr="0" anchor="b" bIns="0" lIns="137150" spcFirstLastPara="1" rIns="13715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3" name="Google Shape;503;p46"/>
          <p:cNvSpPr txBox="1"/>
          <p:nvPr>
            <p:ph idx="19" type="subTitle"/>
          </p:nvPr>
        </p:nvSpPr>
        <p:spPr>
          <a:xfrm>
            <a:off x="1728038" y="4018750"/>
            <a:ext cx="1363500" cy="498600"/>
          </a:xfrm>
          <a:prstGeom prst="rect">
            <a:avLst/>
          </a:prstGeom>
        </p:spPr>
        <p:txBody>
          <a:bodyPr anchorCtr="0" anchor="b" bIns="0" lIns="137150" spcFirstLastPara="1" rIns="13715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4" name="Google Shape;504;p46"/>
          <p:cNvSpPr txBox="1"/>
          <p:nvPr>
            <p:ph idx="20" type="subTitle"/>
          </p:nvPr>
        </p:nvSpPr>
        <p:spPr>
          <a:xfrm>
            <a:off x="3168063" y="4018750"/>
            <a:ext cx="1363500" cy="498600"/>
          </a:xfrm>
          <a:prstGeom prst="rect">
            <a:avLst/>
          </a:prstGeom>
        </p:spPr>
        <p:txBody>
          <a:bodyPr anchorCtr="0" anchor="b" bIns="0" lIns="137150" spcFirstLastPara="1" rIns="13715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5" name="Google Shape;505;p46"/>
          <p:cNvSpPr txBox="1"/>
          <p:nvPr>
            <p:ph idx="21" type="subTitle"/>
          </p:nvPr>
        </p:nvSpPr>
        <p:spPr>
          <a:xfrm>
            <a:off x="4608638" y="4018750"/>
            <a:ext cx="1363500" cy="498600"/>
          </a:xfrm>
          <a:prstGeom prst="rect">
            <a:avLst/>
          </a:prstGeom>
        </p:spPr>
        <p:txBody>
          <a:bodyPr anchorCtr="0" anchor="b" bIns="0" lIns="137150" spcFirstLastPara="1" rIns="13715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6" name="Google Shape;506;p46"/>
          <p:cNvSpPr txBox="1"/>
          <p:nvPr>
            <p:ph idx="22" type="subTitle"/>
          </p:nvPr>
        </p:nvSpPr>
        <p:spPr>
          <a:xfrm>
            <a:off x="6051325" y="4018750"/>
            <a:ext cx="1363500" cy="498600"/>
          </a:xfrm>
          <a:prstGeom prst="rect">
            <a:avLst/>
          </a:prstGeom>
        </p:spPr>
        <p:txBody>
          <a:bodyPr anchorCtr="0" anchor="b" bIns="0" lIns="137150" spcFirstLastPara="1" rIns="13715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7" name="Google Shape;507;p46"/>
          <p:cNvSpPr txBox="1"/>
          <p:nvPr>
            <p:ph idx="23" type="subTitle"/>
          </p:nvPr>
        </p:nvSpPr>
        <p:spPr>
          <a:xfrm>
            <a:off x="7490350" y="4018750"/>
            <a:ext cx="1363500" cy="498600"/>
          </a:xfrm>
          <a:prstGeom prst="rect">
            <a:avLst/>
          </a:prstGeom>
        </p:spPr>
        <p:txBody>
          <a:bodyPr anchorCtr="0" anchor="b" bIns="0" lIns="137150" spcFirstLastPara="1" rIns="13715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eakers">
  <p:cSld name="BLANK_1_1_1_1_1_1_1_1_1_1_1_2_1_1">
    <p:bg>
      <p:bgPr>
        <a:solidFill>
          <a:schemeClr val="dk2"/>
        </a:solidFill>
      </p:bgPr>
    </p:bg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47"/>
          <p:cNvSpPr txBox="1"/>
          <p:nvPr>
            <p:ph type="title"/>
          </p:nvPr>
        </p:nvSpPr>
        <p:spPr>
          <a:xfrm>
            <a:off x="292597" y="474750"/>
            <a:ext cx="63903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510" name="Google Shape;510;p47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1" name="Google Shape;511;p47"/>
          <p:cNvSpPr/>
          <p:nvPr>
            <p:ph idx="2" type="pic"/>
          </p:nvPr>
        </p:nvSpPr>
        <p:spPr>
          <a:xfrm>
            <a:off x="477231" y="2396357"/>
            <a:ext cx="1243500" cy="1243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12" name="Google Shape;512;p47"/>
          <p:cNvSpPr/>
          <p:nvPr>
            <p:ph idx="3" type="pic"/>
          </p:nvPr>
        </p:nvSpPr>
        <p:spPr>
          <a:xfrm>
            <a:off x="1867356" y="2396357"/>
            <a:ext cx="1243500" cy="1243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13" name="Google Shape;513;p47"/>
          <p:cNvSpPr/>
          <p:nvPr>
            <p:ph idx="4" type="pic"/>
          </p:nvPr>
        </p:nvSpPr>
        <p:spPr>
          <a:xfrm>
            <a:off x="3257481" y="2396357"/>
            <a:ext cx="1243500" cy="1243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14" name="Google Shape;514;p47"/>
          <p:cNvSpPr/>
          <p:nvPr>
            <p:ph idx="5" type="pic"/>
          </p:nvPr>
        </p:nvSpPr>
        <p:spPr>
          <a:xfrm>
            <a:off x="4647606" y="2396357"/>
            <a:ext cx="1243500" cy="1243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15" name="Google Shape;515;p47"/>
          <p:cNvSpPr/>
          <p:nvPr>
            <p:ph idx="6" type="pic"/>
          </p:nvPr>
        </p:nvSpPr>
        <p:spPr>
          <a:xfrm>
            <a:off x="6037732" y="2396357"/>
            <a:ext cx="1243500" cy="1243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16" name="Google Shape;516;p47"/>
          <p:cNvSpPr/>
          <p:nvPr>
            <p:ph idx="7" type="pic"/>
          </p:nvPr>
        </p:nvSpPr>
        <p:spPr>
          <a:xfrm>
            <a:off x="7427857" y="2396357"/>
            <a:ext cx="1243500" cy="1243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17" name="Google Shape;517;p47"/>
          <p:cNvSpPr txBox="1"/>
          <p:nvPr>
            <p:ph idx="1" type="body"/>
          </p:nvPr>
        </p:nvSpPr>
        <p:spPr>
          <a:xfrm>
            <a:off x="475200" y="3765475"/>
            <a:ext cx="1243500" cy="5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518" name="Google Shape;518;p47"/>
          <p:cNvSpPr txBox="1"/>
          <p:nvPr>
            <p:ph idx="8" type="body"/>
          </p:nvPr>
        </p:nvSpPr>
        <p:spPr>
          <a:xfrm>
            <a:off x="1865730" y="3765475"/>
            <a:ext cx="1243500" cy="5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519" name="Google Shape;519;p47"/>
          <p:cNvSpPr txBox="1"/>
          <p:nvPr>
            <p:ph idx="9" type="body"/>
          </p:nvPr>
        </p:nvSpPr>
        <p:spPr>
          <a:xfrm>
            <a:off x="3256260" y="3765475"/>
            <a:ext cx="1243500" cy="5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520" name="Google Shape;520;p47"/>
          <p:cNvSpPr txBox="1"/>
          <p:nvPr>
            <p:ph idx="13" type="body"/>
          </p:nvPr>
        </p:nvSpPr>
        <p:spPr>
          <a:xfrm>
            <a:off x="4646790" y="3765475"/>
            <a:ext cx="1243500" cy="5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521" name="Google Shape;521;p47"/>
          <p:cNvSpPr txBox="1"/>
          <p:nvPr>
            <p:ph idx="14" type="body"/>
          </p:nvPr>
        </p:nvSpPr>
        <p:spPr>
          <a:xfrm>
            <a:off x="6037320" y="3765475"/>
            <a:ext cx="1243500" cy="5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522" name="Google Shape;522;p47"/>
          <p:cNvSpPr txBox="1"/>
          <p:nvPr>
            <p:ph idx="15" type="body"/>
          </p:nvPr>
        </p:nvSpPr>
        <p:spPr>
          <a:xfrm>
            <a:off x="7427850" y="3765475"/>
            <a:ext cx="1243500" cy="5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523" name="Google Shape;523;p47"/>
          <p:cNvSpPr txBox="1"/>
          <p:nvPr>
            <p:ph idx="16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524" name="Google Shape;524;p47"/>
          <p:cNvSpPr txBox="1"/>
          <p:nvPr>
            <p:ph idx="17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eakers 2">
  <p:cSld name="BLANK_1_1_1_1_1_1_1_1_1_1_1_2_1_1_1">
    <p:bg>
      <p:bgPr>
        <a:solidFill>
          <a:schemeClr val="lt2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48"/>
          <p:cNvSpPr txBox="1"/>
          <p:nvPr>
            <p:ph type="title"/>
          </p:nvPr>
        </p:nvSpPr>
        <p:spPr>
          <a:xfrm>
            <a:off x="292597" y="474750"/>
            <a:ext cx="63903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527" name="Google Shape;527;p48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8" name="Google Shape;528;p48"/>
          <p:cNvSpPr txBox="1"/>
          <p:nvPr>
            <p:ph idx="1" type="body"/>
          </p:nvPr>
        </p:nvSpPr>
        <p:spPr>
          <a:xfrm>
            <a:off x="282017" y="2832891"/>
            <a:ext cx="1307700" cy="54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529" name="Google Shape;529;p48"/>
          <p:cNvSpPr txBox="1"/>
          <p:nvPr>
            <p:ph idx="2" type="body"/>
          </p:nvPr>
        </p:nvSpPr>
        <p:spPr>
          <a:xfrm>
            <a:off x="1735443" y="2832891"/>
            <a:ext cx="1307700" cy="54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530" name="Google Shape;530;p48"/>
          <p:cNvSpPr txBox="1"/>
          <p:nvPr>
            <p:ph idx="3" type="body"/>
          </p:nvPr>
        </p:nvSpPr>
        <p:spPr>
          <a:xfrm>
            <a:off x="3188870" y="2832891"/>
            <a:ext cx="1307700" cy="54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531" name="Google Shape;531;p48"/>
          <p:cNvSpPr txBox="1"/>
          <p:nvPr>
            <p:ph idx="4" type="body"/>
          </p:nvPr>
        </p:nvSpPr>
        <p:spPr>
          <a:xfrm>
            <a:off x="4642297" y="2832891"/>
            <a:ext cx="1307700" cy="54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532" name="Google Shape;532;p48"/>
          <p:cNvSpPr txBox="1"/>
          <p:nvPr>
            <p:ph idx="5" type="body"/>
          </p:nvPr>
        </p:nvSpPr>
        <p:spPr>
          <a:xfrm>
            <a:off x="6095723" y="2832891"/>
            <a:ext cx="1307700" cy="54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533" name="Google Shape;533;p48"/>
          <p:cNvSpPr txBox="1"/>
          <p:nvPr>
            <p:ph idx="6" type="body"/>
          </p:nvPr>
        </p:nvSpPr>
        <p:spPr>
          <a:xfrm>
            <a:off x="7549150" y="2832891"/>
            <a:ext cx="1307700" cy="54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534" name="Google Shape;534;p48"/>
          <p:cNvSpPr txBox="1"/>
          <p:nvPr>
            <p:ph idx="7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535" name="Google Shape;535;p48"/>
          <p:cNvSpPr txBox="1"/>
          <p:nvPr>
            <p:ph idx="8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536" name="Google Shape;536;p48"/>
          <p:cNvSpPr/>
          <p:nvPr>
            <p:ph idx="9" type="pic"/>
          </p:nvPr>
        </p:nvSpPr>
        <p:spPr>
          <a:xfrm>
            <a:off x="282017" y="1446074"/>
            <a:ext cx="1307700" cy="1307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537" name="Google Shape;537;p48"/>
          <p:cNvSpPr/>
          <p:nvPr>
            <p:ph idx="13" type="pic"/>
          </p:nvPr>
        </p:nvSpPr>
        <p:spPr>
          <a:xfrm>
            <a:off x="1735443" y="1446074"/>
            <a:ext cx="1307700" cy="1307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538" name="Google Shape;538;p48"/>
          <p:cNvSpPr/>
          <p:nvPr>
            <p:ph idx="14" type="pic"/>
          </p:nvPr>
        </p:nvSpPr>
        <p:spPr>
          <a:xfrm>
            <a:off x="3188870" y="1446074"/>
            <a:ext cx="1307700" cy="1307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539" name="Google Shape;539;p48"/>
          <p:cNvSpPr/>
          <p:nvPr>
            <p:ph idx="15" type="pic"/>
          </p:nvPr>
        </p:nvSpPr>
        <p:spPr>
          <a:xfrm>
            <a:off x="4642297" y="1446074"/>
            <a:ext cx="1307700" cy="1307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540" name="Google Shape;540;p48"/>
          <p:cNvSpPr/>
          <p:nvPr>
            <p:ph idx="16" type="pic"/>
          </p:nvPr>
        </p:nvSpPr>
        <p:spPr>
          <a:xfrm>
            <a:off x="6095723" y="1446074"/>
            <a:ext cx="1307700" cy="1307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541" name="Google Shape;541;p48"/>
          <p:cNvSpPr/>
          <p:nvPr>
            <p:ph idx="17" type="pic"/>
          </p:nvPr>
        </p:nvSpPr>
        <p:spPr>
          <a:xfrm>
            <a:off x="7549150" y="1446074"/>
            <a:ext cx="1307700" cy="1307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542" name="Google Shape;542;p48"/>
          <p:cNvSpPr txBox="1"/>
          <p:nvPr>
            <p:ph idx="18" type="body"/>
          </p:nvPr>
        </p:nvSpPr>
        <p:spPr>
          <a:xfrm>
            <a:off x="279292" y="3564958"/>
            <a:ext cx="13077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543" name="Google Shape;543;p48"/>
          <p:cNvSpPr txBox="1"/>
          <p:nvPr>
            <p:ph idx="19" type="body"/>
          </p:nvPr>
        </p:nvSpPr>
        <p:spPr>
          <a:xfrm>
            <a:off x="1732718" y="3564958"/>
            <a:ext cx="13077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544" name="Google Shape;544;p48"/>
          <p:cNvSpPr txBox="1"/>
          <p:nvPr>
            <p:ph idx="20" type="body"/>
          </p:nvPr>
        </p:nvSpPr>
        <p:spPr>
          <a:xfrm>
            <a:off x="3186145" y="3564958"/>
            <a:ext cx="13077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545" name="Google Shape;545;p48"/>
          <p:cNvSpPr txBox="1"/>
          <p:nvPr>
            <p:ph idx="21" type="body"/>
          </p:nvPr>
        </p:nvSpPr>
        <p:spPr>
          <a:xfrm>
            <a:off x="4639572" y="3564958"/>
            <a:ext cx="13077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546" name="Google Shape;546;p48"/>
          <p:cNvSpPr txBox="1"/>
          <p:nvPr>
            <p:ph idx="22" type="body"/>
          </p:nvPr>
        </p:nvSpPr>
        <p:spPr>
          <a:xfrm>
            <a:off x="6092998" y="3564958"/>
            <a:ext cx="13077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547" name="Google Shape;547;p48"/>
          <p:cNvSpPr txBox="1"/>
          <p:nvPr>
            <p:ph idx="23" type="body"/>
          </p:nvPr>
        </p:nvSpPr>
        <p:spPr>
          <a:xfrm>
            <a:off x="7546425" y="3564958"/>
            <a:ext cx="13077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statement 1">
  <p:cSld name="CUSTOM_4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49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550" name="Google Shape;550;p49"/>
          <p:cNvSpPr txBox="1"/>
          <p:nvPr>
            <p:ph idx="2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551" name="Google Shape;551;p49"/>
          <p:cNvSpPr txBox="1"/>
          <p:nvPr>
            <p:ph idx="3" type="body"/>
          </p:nvPr>
        </p:nvSpPr>
        <p:spPr>
          <a:xfrm>
            <a:off x="360300" y="2181900"/>
            <a:ext cx="8496600" cy="2486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indent="-228600" lvl="1" marL="9144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indent="-228600" lvl="2" marL="13716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indent="-228600" lvl="3" marL="18288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indent="-228600" lvl="4" marL="22860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indent="-228600" lvl="5" marL="27432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indent="-228600" lvl="6" marL="32004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indent="-228600" lvl="7" marL="36576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indent="-228600" lvl="8" marL="41148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52" name="Google Shape;552;p49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1">
  <p:cSld name="BLANK_1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50"/>
          <p:cNvSpPr txBox="1"/>
          <p:nvPr>
            <p:ph type="title"/>
          </p:nvPr>
        </p:nvSpPr>
        <p:spPr>
          <a:xfrm>
            <a:off x="284700" y="474750"/>
            <a:ext cx="4227300" cy="9654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555" name="Google Shape;555;p50"/>
          <p:cNvSpPr/>
          <p:nvPr>
            <p:ph idx="2" type="pic"/>
          </p:nvPr>
        </p:nvSpPr>
        <p:spPr>
          <a:xfrm>
            <a:off x="4629600" y="474750"/>
            <a:ext cx="4227300" cy="4194000"/>
          </a:xfrm>
          <a:prstGeom prst="roundRect">
            <a:avLst>
              <a:gd fmla="val 5294" name="adj"/>
            </a:avLst>
          </a:prstGeom>
          <a:noFill/>
          <a:ln>
            <a:noFill/>
          </a:ln>
        </p:spPr>
      </p:sp>
      <p:sp>
        <p:nvSpPr>
          <p:cNvPr id="556" name="Google Shape;556;p50"/>
          <p:cNvSpPr txBox="1"/>
          <p:nvPr>
            <p:ph idx="1" type="body"/>
          </p:nvPr>
        </p:nvSpPr>
        <p:spPr>
          <a:xfrm>
            <a:off x="284700" y="3065325"/>
            <a:ext cx="2772600" cy="160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Char char="■"/>
              <a:defRPr sz="1200"/>
            </a:lvl9pPr>
          </a:lstStyle>
          <a:p/>
        </p:txBody>
      </p:sp>
      <p:sp>
        <p:nvSpPr>
          <p:cNvPr id="557" name="Google Shape;557;p50"/>
          <p:cNvSpPr txBox="1"/>
          <p:nvPr>
            <p:ph idx="3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558" name="Google Shape;558;p50"/>
          <p:cNvSpPr txBox="1"/>
          <p:nvPr>
            <p:ph idx="4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559" name="Google Shape;559;p50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2">
  <p:cSld name="BLANK_1_1_1_2_3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51"/>
          <p:cNvSpPr/>
          <p:nvPr>
            <p:ph idx="2" type="pic"/>
          </p:nvPr>
        </p:nvSpPr>
        <p:spPr>
          <a:xfrm>
            <a:off x="4629600" y="474750"/>
            <a:ext cx="4227300" cy="4194000"/>
          </a:xfrm>
          <a:prstGeom prst="roundRect">
            <a:avLst>
              <a:gd fmla="val 10510" name="adj"/>
            </a:avLst>
          </a:prstGeom>
          <a:noFill/>
          <a:ln>
            <a:noFill/>
          </a:ln>
        </p:spPr>
      </p:sp>
      <p:sp>
        <p:nvSpPr>
          <p:cNvPr id="562" name="Google Shape;562;p51"/>
          <p:cNvSpPr txBox="1"/>
          <p:nvPr>
            <p:ph idx="1" type="body"/>
          </p:nvPr>
        </p:nvSpPr>
        <p:spPr>
          <a:xfrm>
            <a:off x="284700" y="1440225"/>
            <a:ext cx="2772600" cy="16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63" name="Google Shape;563;p51"/>
          <p:cNvSpPr txBox="1"/>
          <p:nvPr>
            <p:ph idx="3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564" name="Google Shape;564;p51"/>
          <p:cNvSpPr txBox="1"/>
          <p:nvPr>
            <p:ph idx="4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565" name="Google Shape;565;p51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6" name="Google Shape;566;p51"/>
          <p:cNvSpPr txBox="1"/>
          <p:nvPr>
            <p:ph type="title"/>
          </p:nvPr>
        </p:nvSpPr>
        <p:spPr>
          <a:xfrm>
            <a:off x="284700" y="474750"/>
            <a:ext cx="56736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3">
  <p:cSld name="BLANK_1_1_1_2_3_1_1"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52"/>
          <p:cNvSpPr/>
          <p:nvPr>
            <p:ph idx="2" type="pic"/>
          </p:nvPr>
        </p:nvSpPr>
        <p:spPr>
          <a:xfrm>
            <a:off x="4629600" y="474750"/>
            <a:ext cx="4227300" cy="4194000"/>
          </a:xfrm>
          <a:prstGeom prst="roundRect">
            <a:avLst>
              <a:gd fmla="val 10640" name="adj"/>
            </a:avLst>
          </a:prstGeom>
          <a:noFill/>
          <a:ln>
            <a:noFill/>
          </a:ln>
        </p:spPr>
      </p:sp>
      <p:sp>
        <p:nvSpPr>
          <p:cNvPr id="569" name="Google Shape;569;p52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570" name="Google Shape;570;p52"/>
          <p:cNvSpPr txBox="1"/>
          <p:nvPr>
            <p:ph idx="3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571" name="Google Shape;571;p52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2" name="Google Shape;572;p52"/>
          <p:cNvSpPr txBox="1"/>
          <p:nvPr>
            <p:ph type="title"/>
          </p:nvPr>
        </p:nvSpPr>
        <p:spPr>
          <a:xfrm>
            <a:off x="284700" y="474750"/>
            <a:ext cx="56736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573" name="Google Shape;573;p52"/>
          <p:cNvSpPr txBox="1"/>
          <p:nvPr>
            <p:ph idx="4" type="body"/>
          </p:nvPr>
        </p:nvSpPr>
        <p:spPr>
          <a:xfrm>
            <a:off x="284700" y="1440225"/>
            <a:ext cx="2772600" cy="16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4">
  <p:cSld name="BLANK_1_1_1_2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53"/>
          <p:cNvSpPr/>
          <p:nvPr/>
        </p:nvSpPr>
        <p:spPr>
          <a:xfrm>
            <a:off x="284700" y="2630400"/>
            <a:ext cx="8572200" cy="20382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76" name="Google Shape;576;p53"/>
          <p:cNvSpPr/>
          <p:nvPr/>
        </p:nvSpPr>
        <p:spPr>
          <a:xfrm>
            <a:off x="463993" y="2779498"/>
            <a:ext cx="1783200" cy="17832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77" name="Google Shape;577;p53"/>
          <p:cNvSpPr/>
          <p:nvPr>
            <p:ph idx="2" type="pic"/>
          </p:nvPr>
        </p:nvSpPr>
        <p:spPr>
          <a:xfrm>
            <a:off x="446675" y="2758375"/>
            <a:ext cx="1783200" cy="1783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78" name="Google Shape;578;p53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79" name="Google Shape;579;p53"/>
          <p:cNvSpPr txBox="1"/>
          <p:nvPr>
            <p:ph idx="3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0" name="Google Shape;580;p53"/>
          <p:cNvSpPr txBox="1"/>
          <p:nvPr>
            <p:ph type="title"/>
          </p:nvPr>
        </p:nvSpPr>
        <p:spPr>
          <a:xfrm>
            <a:off x="284700" y="474750"/>
            <a:ext cx="4227300" cy="49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581" name="Google Shape;581;p53"/>
          <p:cNvSpPr txBox="1"/>
          <p:nvPr>
            <p:ph idx="4" type="body"/>
          </p:nvPr>
        </p:nvSpPr>
        <p:spPr>
          <a:xfrm>
            <a:off x="284700" y="1208750"/>
            <a:ext cx="4227300" cy="9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82" name="Google Shape;582;p53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3" name="Google Shape;583;p53"/>
          <p:cNvSpPr txBox="1"/>
          <p:nvPr>
            <p:ph idx="5" type="title"/>
          </p:nvPr>
        </p:nvSpPr>
        <p:spPr>
          <a:xfrm>
            <a:off x="2457150" y="3051277"/>
            <a:ext cx="4227300" cy="49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locks- two ideas">
  <p:cSld name="CUSTOM_5"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54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586" name="Google Shape;586;p54"/>
          <p:cNvSpPr txBox="1"/>
          <p:nvPr>
            <p:ph idx="2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587" name="Google Shape;587;p54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elements">
  <p:cSld name="CUSTOM_6">
    <p:bg>
      <p:bgPr>
        <a:solidFill>
          <a:schemeClr val="dk2"/>
        </a:solidFill>
      </p:bgPr>
    </p:bg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55"/>
          <p:cNvSpPr txBox="1"/>
          <p:nvPr>
            <p:ph idx="1" type="body"/>
          </p:nvPr>
        </p:nvSpPr>
        <p:spPr>
          <a:xfrm>
            <a:off x="284700" y="2630400"/>
            <a:ext cx="2055000" cy="2038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Char char="■"/>
              <a:defRPr/>
            </a:lvl9pPr>
          </a:lstStyle>
          <a:p/>
        </p:txBody>
      </p:sp>
      <p:sp>
        <p:nvSpPr>
          <p:cNvPr id="590" name="Google Shape;590;p55"/>
          <p:cNvSpPr/>
          <p:nvPr>
            <p:ph idx="2" type="pic"/>
          </p:nvPr>
        </p:nvSpPr>
        <p:spPr>
          <a:xfrm>
            <a:off x="4629600" y="2630549"/>
            <a:ext cx="4227300" cy="2038200"/>
          </a:xfrm>
          <a:prstGeom prst="roundRect">
            <a:avLst>
              <a:gd fmla="val 9982" name="adj"/>
            </a:avLst>
          </a:prstGeom>
          <a:noFill/>
          <a:ln>
            <a:noFill/>
          </a:ln>
        </p:spPr>
      </p:sp>
      <p:sp>
        <p:nvSpPr>
          <p:cNvPr id="591" name="Google Shape;591;p55"/>
          <p:cNvSpPr txBox="1"/>
          <p:nvPr>
            <p:ph idx="3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592" name="Google Shape;592;p55"/>
          <p:cNvSpPr txBox="1"/>
          <p:nvPr>
            <p:ph idx="4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593" name="Google Shape;593;p55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arious boxes">
  <p:cSld name="CUSTOM_6_1"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56"/>
          <p:cNvSpPr/>
          <p:nvPr>
            <p:ph idx="2" type="pic"/>
          </p:nvPr>
        </p:nvSpPr>
        <p:spPr>
          <a:xfrm>
            <a:off x="4630975" y="1365900"/>
            <a:ext cx="2055000" cy="3302700"/>
          </a:xfrm>
          <a:prstGeom prst="roundRect">
            <a:avLst>
              <a:gd fmla="val 11973" name="adj"/>
            </a:avLst>
          </a:prstGeom>
          <a:noFill/>
          <a:ln>
            <a:noFill/>
          </a:ln>
        </p:spPr>
      </p:sp>
      <p:sp>
        <p:nvSpPr>
          <p:cNvPr id="596" name="Google Shape;596;p56"/>
          <p:cNvSpPr txBox="1"/>
          <p:nvPr>
            <p:ph idx="1" type="body"/>
          </p:nvPr>
        </p:nvSpPr>
        <p:spPr>
          <a:xfrm>
            <a:off x="417625" y="2720125"/>
            <a:ext cx="3754500" cy="486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-2286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-2286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-2286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-2286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-2286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-2286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-2286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-2286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597" name="Google Shape;597;p56"/>
          <p:cNvSpPr txBox="1"/>
          <p:nvPr>
            <p:ph idx="3" type="body"/>
          </p:nvPr>
        </p:nvSpPr>
        <p:spPr>
          <a:xfrm>
            <a:off x="417625" y="3990775"/>
            <a:ext cx="1875600" cy="54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i="1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i="1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i="1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i="1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i="1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i="1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i="1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i="1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i="1"/>
            </a:lvl9pPr>
          </a:lstStyle>
          <a:p/>
        </p:txBody>
      </p:sp>
      <p:sp>
        <p:nvSpPr>
          <p:cNvPr id="598" name="Google Shape;598;p56"/>
          <p:cNvSpPr txBox="1"/>
          <p:nvPr>
            <p:ph idx="4" type="body"/>
          </p:nvPr>
        </p:nvSpPr>
        <p:spPr>
          <a:xfrm>
            <a:off x="2457075" y="4311325"/>
            <a:ext cx="2053500" cy="354300"/>
          </a:xfrm>
          <a:prstGeom prst="rect">
            <a:avLst/>
          </a:prstGeom>
        </p:spPr>
        <p:txBody>
          <a:bodyPr anchorCtr="0" anchor="t" bIns="0" lIns="182875" spcFirstLastPara="1" rIns="0" wrap="square" tIns="0">
            <a:noAutofit/>
          </a:bodyPr>
          <a:lstStyle>
            <a:lvl1pPr indent="-2286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-2286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-2286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-2286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-2286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-2286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-2286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-2286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-2286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599" name="Google Shape;599;p56"/>
          <p:cNvSpPr txBox="1"/>
          <p:nvPr>
            <p:ph idx="5" type="body"/>
          </p:nvPr>
        </p:nvSpPr>
        <p:spPr>
          <a:xfrm>
            <a:off x="6801300" y="2498700"/>
            <a:ext cx="2055000" cy="12045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286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indent="-2286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indent="-2286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indent="-2286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indent="-2286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indent="-2286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indent="-2286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indent="-2286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indent="-2286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600" name="Google Shape;600;p56"/>
          <p:cNvSpPr txBox="1"/>
          <p:nvPr>
            <p:ph type="title"/>
          </p:nvPr>
        </p:nvSpPr>
        <p:spPr>
          <a:xfrm>
            <a:off x="288350" y="1365975"/>
            <a:ext cx="4227300" cy="11565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601" name="Google Shape;601;p56"/>
          <p:cNvSpPr txBox="1"/>
          <p:nvPr>
            <p:ph idx="6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602" name="Google Shape;602;p56"/>
          <p:cNvSpPr txBox="1"/>
          <p:nvPr>
            <p:ph idx="7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603" name="Google Shape;603;p56"/>
          <p:cNvSpPr txBox="1"/>
          <p:nvPr>
            <p:ph idx="8" type="subTitle"/>
          </p:nvPr>
        </p:nvSpPr>
        <p:spPr>
          <a:xfrm>
            <a:off x="2454063" y="3535641"/>
            <a:ext cx="2051400" cy="422700"/>
          </a:xfrm>
          <a:prstGeom prst="rect">
            <a:avLst/>
          </a:prstGeom>
        </p:spPr>
        <p:txBody>
          <a:bodyPr anchorCtr="0" anchor="t" bIns="91425" lIns="182875" spcFirstLastPara="1" rIns="91425" wrap="square" tIns="1828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nstrument Sans SemiBold"/>
              <a:buNone/>
              <a:defRPr sz="24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604" name="Google Shape;604;p56"/>
          <p:cNvSpPr txBox="1"/>
          <p:nvPr>
            <p:ph idx="9" type="subTitle"/>
          </p:nvPr>
        </p:nvSpPr>
        <p:spPr>
          <a:xfrm>
            <a:off x="6801300" y="1957926"/>
            <a:ext cx="2051400" cy="4527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605" name="Google Shape;605;p56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589">
          <p15:clr>
            <a:srgbClr val="E46962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ALT 3">
  <p:cSld name="BLANK_1_1_1_1_1_1_1_1_1_1_1_1_1_1_3_1_1"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57"/>
          <p:cNvSpPr/>
          <p:nvPr>
            <p:ph idx="2" type="pic"/>
          </p:nvPr>
        </p:nvSpPr>
        <p:spPr>
          <a:xfrm>
            <a:off x="6802025" y="1372800"/>
            <a:ext cx="2058600" cy="3296700"/>
          </a:xfrm>
          <a:prstGeom prst="roundRect">
            <a:avLst>
              <a:gd fmla="val 11530" name="adj"/>
            </a:avLst>
          </a:prstGeom>
          <a:noFill/>
          <a:ln>
            <a:noFill/>
          </a:ln>
        </p:spPr>
      </p:sp>
      <p:sp>
        <p:nvSpPr>
          <p:cNvPr id="608" name="Google Shape;608;p57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609" name="Google Shape;609;p57"/>
          <p:cNvSpPr txBox="1"/>
          <p:nvPr>
            <p:ph idx="3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610" name="Google Shape;610;p57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1" name="Google Shape;611;p57"/>
          <p:cNvSpPr txBox="1"/>
          <p:nvPr>
            <p:ph type="title"/>
          </p:nvPr>
        </p:nvSpPr>
        <p:spPr>
          <a:xfrm>
            <a:off x="284700" y="474750"/>
            <a:ext cx="56736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612" name="Google Shape;612;p57"/>
          <p:cNvSpPr txBox="1"/>
          <p:nvPr>
            <p:ph idx="4" type="body"/>
          </p:nvPr>
        </p:nvSpPr>
        <p:spPr>
          <a:xfrm>
            <a:off x="284700" y="2792774"/>
            <a:ext cx="2053500" cy="15699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613" name="Google Shape;613;p57"/>
          <p:cNvSpPr txBox="1"/>
          <p:nvPr>
            <p:ph idx="5" type="title"/>
          </p:nvPr>
        </p:nvSpPr>
        <p:spPr>
          <a:xfrm>
            <a:off x="284700" y="2053175"/>
            <a:ext cx="2058600" cy="4986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614" name="Google Shape;614;p57"/>
          <p:cNvSpPr txBox="1"/>
          <p:nvPr>
            <p:ph idx="6" type="title"/>
          </p:nvPr>
        </p:nvSpPr>
        <p:spPr>
          <a:xfrm>
            <a:off x="284700" y="1557525"/>
            <a:ext cx="1068000" cy="440700"/>
          </a:xfrm>
          <a:prstGeom prst="rect">
            <a:avLst/>
          </a:prstGeom>
          <a:noFill/>
        </p:spPr>
        <p:txBody>
          <a:bodyPr anchorCtr="0" anchor="t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615" name="Google Shape;615;p57"/>
          <p:cNvSpPr txBox="1"/>
          <p:nvPr>
            <p:ph idx="7" type="body"/>
          </p:nvPr>
        </p:nvSpPr>
        <p:spPr>
          <a:xfrm>
            <a:off x="2457088" y="2792774"/>
            <a:ext cx="2053500" cy="15699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616" name="Google Shape;616;p57"/>
          <p:cNvSpPr txBox="1"/>
          <p:nvPr>
            <p:ph idx="8" type="title"/>
          </p:nvPr>
        </p:nvSpPr>
        <p:spPr>
          <a:xfrm>
            <a:off x="2457088" y="2053175"/>
            <a:ext cx="2058600" cy="4986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617" name="Google Shape;617;p57"/>
          <p:cNvSpPr txBox="1"/>
          <p:nvPr>
            <p:ph idx="9" type="title"/>
          </p:nvPr>
        </p:nvSpPr>
        <p:spPr>
          <a:xfrm>
            <a:off x="2457088" y="1557525"/>
            <a:ext cx="1068000" cy="440700"/>
          </a:xfrm>
          <a:prstGeom prst="rect">
            <a:avLst/>
          </a:prstGeom>
          <a:noFill/>
        </p:spPr>
        <p:txBody>
          <a:bodyPr anchorCtr="0" anchor="t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618" name="Google Shape;618;p57"/>
          <p:cNvSpPr txBox="1"/>
          <p:nvPr>
            <p:ph idx="13" type="body"/>
          </p:nvPr>
        </p:nvSpPr>
        <p:spPr>
          <a:xfrm>
            <a:off x="4629475" y="2792774"/>
            <a:ext cx="2053500" cy="15699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619" name="Google Shape;619;p57"/>
          <p:cNvSpPr txBox="1"/>
          <p:nvPr>
            <p:ph idx="14" type="title"/>
          </p:nvPr>
        </p:nvSpPr>
        <p:spPr>
          <a:xfrm>
            <a:off x="4629475" y="2053175"/>
            <a:ext cx="2058600" cy="4986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620" name="Google Shape;620;p57"/>
          <p:cNvSpPr txBox="1"/>
          <p:nvPr>
            <p:ph idx="15" type="title"/>
          </p:nvPr>
        </p:nvSpPr>
        <p:spPr>
          <a:xfrm>
            <a:off x="4629475" y="1557525"/>
            <a:ext cx="1068000" cy="440700"/>
          </a:xfrm>
          <a:prstGeom prst="rect">
            <a:avLst/>
          </a:prstGeom>
          <a:noFill/>
        </p:spPr>
        <p:txBody>
          <a:bodyPr anchorCtr="0" anchor="t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rt 1">
  <p:cSld name="BLANK_1_1_1_1_2_2_3">
    <p:bg>
      <p:bgPr>
        <a:solidFill>
          <a:schemeClr val="lt2"/>
        </a:solidFill>
      </p:bgPr>
    </p:bg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58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623" name="Google Shape;623;p58"/>
          <p:cNvSpPr txBox="1"/>
          <p:nvPr>
            <p:ph idx="2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624" name="Google Shape;624;p58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5" name="Google Shape;625;p58"/>
          <p:cNvSpPr txBox="1"/>
          <p:nvPr>
            <p:ph idx="3" type="subTitle"/>
          </p:nvPr>
        </p:nvSpPr>
        <p:spPr>
          <a:xfrm>
            <a:off x="385925" y="1306050"/>
            <a:ext cx="1617900" cy="12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626" name="Google Shape;626;p58"/>
          <p:cNvSpPr txBox="1"/>
          <p:nvPr>
            <p:ph idx="4" type="subTitle"/>
          </p:nvPr>
        </p:nvSpPr>
        <p:spPr>
          <a:xfrm>
            <a:off x="2650250" y="1306050"/>
            <a:ext cx="1617900" cy="12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627" name="Google Shape;627;p58"/>
          <p:cNvSpPr txBox="1"/>
          <p:nvPr>
            <p:ph idx="5" type="subTitle"/>
          </p:nvPr>
        </p:nvSpPr>
        <p:spPr>
          <a:xfrm>
            <a:off x="4721750" y="1306050"/>
            <a:ext cx="1617900" cy="12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628" name="Google Shape;628;p58"/>
          <p:cNvSpPr txBox="1"/>
          <p:nvPr>
            <p:ph idx="6" type="subTitle"/>
          </p:nvPr>
        </p:nvSpPr>
        <p:spPr>
          <a:xfrm>
            <a:off x="6986075" y="1306050"/>
            <a:ext cx="1617900" cy="12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629" name="Google Shape;629;p58"/>
          <p:cNvSpPr txBox="1"/>
          <p:nvPr>
            <p:ph idx="7" type="body"/>
          </p:nvPr>
        </p:nvSpPr>
        <p:spPr>
          <a:xfrm>
            <a:off x="284700" y="4170025"/>
            <a:ext cx="2772600" cy="695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630" name="Google Shape;630;p58"/>
          <p:cNvSpPr txBox="1"/>
          <p:nvPr>
            <p:ph idx="8" type="subTitle"/>
          </p:nvPr>
        </p:nvSpPr>
        <p:spPr>
          <a:xfrm>
            <a:off x="284700" y="3693600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631" name="Google Shape;631;p58"/>
          <p:cNvSpPr txBox="1"/>
          <p:nvPr>
            <p:ph idx="9" type="subTitle"/>
          </p:nvPr>
        </p:nvSpPr>
        <p:spPr>
          <a:xfrm>
            <a:off x="284700" y="3880329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i="1"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632" name="Google Shape;632;p58"/>
          <p:cNvSpPr txBox="1"/>
          <p:nvPr>
            <p:ph idx="13" type="body"/>
          </p:nvPr>
        </p:nvSpPr>
        <p:spPr>
          <a:xfrm>
            <a:off x="3185700" y="4170025"/>
            <a:ext cx="2772600" cy="695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9pPr>
          </a:lstStyle>
          <a:p/>
        </p:txBody>
      </p:sp>
      <p:sp>
        <p:nvSpPr>
          <p:cNvPr id="633" name="Google Shape;633;p58"/>
          <p:cNvSpPr txBox="1"/>
          <p:nvPr>
            <p:ph idx="14" type="subTitle"/>
          </p:nvPr>
        </p:nvSpPr>
        <p:spPr>
          <a:xfrm>
            <a:off x="3185700" y="3693600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634" name="Google Shape;634;p58"/>
          <p:cNvSpPr txBox="1"/>
          <p:nvPr>
            <p:ph idx="15" type="subTitle"/>
          </p:nvPr>
        </p:nvSpPr>
        <p:spPr>
          <a:xfrm>
            <a:off x="3185700" y="3880329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i="1"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635" name="Google Shape;635;p58"/>
          <p:cNvSpPr txBox="1"/>
          <p:nvPr>
            <p:ph idx="16" type="body"/>
          </p:nvPr>
        </p:nvSpPr>
        <p:spPr>
          <a:xfrm>
            <a:off x="6086700" y="4170025"/>
            <a:ext cx="2772600" cy="695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9pPr>
          </a:lstStyle>
          <a:p/>
        </p:txBody>
      </p:sp>
      <p:sp>
        <p:nvSpPr>
          <p:cNvPr id="636" name="Google Shape;636;p58"/>
          <p:cNvSpPr txBox="1"/>
          <p:nvPr>
            <p:ph idx="17" type="subTitle"/>
          </p:nvPr>
        </p:nvSpPr>
        <p:spPr>
          <a:xfrm>
            <a:off x="6086700" y="3693600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637" name="Google Shape;637;p58"/>
          <p:cNvSpPr txBox="1"/>
          <p:nvPr>
            <p:ph idx="18" type="subTitle"/>
          </p:nvPr>
        </p:nvSpPr>
        <p:spPr>
          <a:xfrm>
            <a:off x="6086700" y="3880329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i="1"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638" name="Google Shape;638;p58"/>
          <p:cNvSpPr txBox="1"/>
          <p:nvPr>
            <p:ph type="title"/>
          </p:nvPr>
        </p:nvSpPr>
        <p:spPr>
          <a:xfrm>
            <a:off x="284700" y="474750"/>
            <a:ext cx="56736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rt 2">
  <p:cSld name="BLANK_1_1_1_1_2_2_3_1">
    <p:bg>
      <p:bgPr>
        <a:solidFill>
          <a:schemeClr val="lt2"/>
        </a:solidFill>
      </p:bgPr>
    </p:bg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59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641" name="Google Shape;641;p59"/>
          <p:cNvSpPr txBox="1"/>
          <p:nvPr>
            <p:ph idx="2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642" name="Google Shape;642;p59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43" name="Google Shape;643;p59"/>
          <p:cNvSpPr txBox="1"/>
          <p:nvPr>
            <p:ph idx="3" type="body"/>
          </p:nvPr>
        </p:nvSpPr>
        <p:spPr>
          <a:xfrm>
            <a:off x="284700" y="3703925"/>
            <a:ext cx="2772600" cy="695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9pPr>
          </a:lstStyle>
          <a:p/>
        </p:txBody>
      </p:sp>
      <p:sp>
        <p:nvSpPr>
          <p:cNvPr id="644" name="Google Shape;644;p59"/>
          <p:cNvSpPr txBox="1"/>
          <p:nvPr>
            <p:ph idx="4" type="subTitle"/>
          </p:nvPr>
        </p:nvSpPr>
        <p:spPr>
          <a:xfrm>
            <a:off x="284700" y="3227500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645" name="Google Shape;645;p59"/>
          <p:cNvSpPr txBox="1"/>
          <p:nvPr>
            <p:ph idx="5" type="subTitle"/>
          </p:nvPr>
        </p:nvSpPr>
        <p:spPr>
          <a:xfrm>
            <a:off x="284700" y="3414229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i="1"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646" name="Google Shape;646;p59"/>
          <p:cNvSpPr txBox="1"/>
          <p:nvPr>
            <p:ph idx="6" type="body"/>
          </p:nvPr>
        </p:nvSpPr>
        <p:spPr>
          <a:xfrm>
            <a:off x="3185700" y="3703925"/>
            <a:ext cx="2772600" cy="695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9pPr>
          </a:lstStyle>
          <a:p/>
        </p:txBody>
      </p:sp>
      <p:sp>
        <p:nvSpPr>
          <p:cNvPr id="647" name="Google Shape;647;p59"/>
          <p:cNvSpPr txBox="1"/>
          <p:nvPr>
            <p:ph idx="7" type="subTitle"/>
          </p:nvPr>
        </p:nvSpPr>
        <p:spPr>
          <a:xfrm>
            <a:off x="3185700" y="3227500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648" name="Google Shape;648;p59"/>
          <p:cNvSpPr txBox="1"/>
          <p:nvPr>
            <p:ph idx="8" type="subTitle"/>
          </p:nvPr>
        </p:nvSpPr>
        <p:spPr>
          <a:xfrm>
            <a:off x="3185700" y="3414229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i="1"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649" name="Google Shape;649;p59"/>
          <p:cNvSpPr txBox="1"/>
          <p:nvPr>
            <p:ph idx="9" type="body"/>
          </p:nvPr>
        </p:nvSpPr>
        <p:spPr>
          <a:xfrm>
            <a:off x="6086700" y="3703925"/>
            <a:ext cx="2772600" cy="695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9pPr>
          </a:lstStyle>
          <a:p/>
        </p:txBody>
      </p:sp>
      <p:sp>
        <p:nvSpPr>
          <p:cNvPr id="650" name="Google Shape;650;p59"/>
          <p:cNvSpPr txBox="1"/>
          <p:nvPr>
            <p:ph idx="13" type="subTitle"/>
          </p:nvPr>
        </p:nvSpPr>
        <p:spPr>
          <a:xfrm>
            <a:off x="6086700" y="3227500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651" name="Google Shape;651;p59"/>
          <p:cNvSpPr txBox="1"/>
          <p:nvPr>
            <p:ph idx="14" type="subTitle"/>
          </p:nvPr>
        </p:nvSpPr>
        <p:spPr>
          <a:xfrm>
            <a:off x="6086700" y="3414229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i="1"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cxnSp>
        <p:nvCxnSpPr>
          <p:cNvPr id="652" name="Google Shape;652;p59"/>
          <p:cNvCxnSpPr/>
          <p:nvPr/>
        </p:nvCxnSpPr>
        <p:spPr>
          <a:xfrm>
            <a:off x="306250" y="2632300"/>
            <a:ext cx="85455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3" name="Google Shape;653;p59"/>
          <p:cNvSpPr txBox="1"/>
          <p:nvPr>
            <p:ph type="title"/>
          </p:nvPr>
        </p:nvSpPr>
        <p:spPr>
          <a:xfrm>
            <a:off x="284700" y="474750"/>
            <a:ext cx="56736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rt 3">
  <p:cSld name="BLANK_1_1_1_1_2_2_3_1_1">
    <p:bg>
      <p:bgPr>
        <a:solidFill>
          <a:schemeClr val="lt2"/>
        </a:solidFill>
      </p:bgPr>
    </p:bg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60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656" name="Google Shape;656;p60"/>
          <p:cNvSpPr txBox="1"/>
          <p:nvPr>
            <p:ph idx="2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657" name="Google Shape;657;p60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8" name="Google Shape;658;p60"/>
          <p:cNvSpPr txBox="1"/>
          <p:nvPr>
            <p:ph type="title"/>
          </p:nvPr>
        </p:nvSpPr>
        <p:spPr>
          <a:xfrm>
            <a:off x="284700" y="474750"/>
            <a:ext cx="56736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659" name="Google Shape;659;p60"/>
          <p:cNvSpPr txBox="1"/>
          <p:nvPr>
            <p:ph idx="3" type="subTitle"/>
          </p:nvPr>
        </p:nvSpPr>
        <p:spPr>
          <a:xfrm>
            <a:off x="2623525" y="1305637"/>
            <a:ext cx="826500" cy="12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660" name="Google Shape;660;p60"/>
          <p:cNvSpPr txBox="1"/>
          <p:nvPr>
            <p:ph idx="4" type="subTitle"/>
          </p:nvPr>
        </p:nvSpPr>
        <p:spPr>
          <a:xfrm>
            <a:off x="3519125" y="1305637"/>
            <a:ext cx="826500" cy="12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661" name="Google Shape;661;p60"/>
          <p:cNvSpPr txBox="1"/>
          <p:nvPr>
            <p:ph idx="5" type="subTitle"/>
          </p:nvPr>
        </p:nvSpPr>
        <p:spPr>
          <a:xfrm>
            <a:off x="4414725" y="1305637"/>
            <a:ext cx="826500" cy="12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662" name="Google Shape;662;p60"/>
          <p:cNvSpPr txBox="1"/>
          <p:nvPr>
            <p:ph idx="6" type="subTitle"/>
          </p:nvPr>
        </p:nvSpPr>
        <p:spPr>
          <a:xfrm>
            <a:off x="5310325" y="1305637"/>
            <a:ext cx="826500" cy="12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663" name="Google Shape;663;p60"/>
          <p:cNvSpPr txBox="1"/>
          <p:nvPr>
            <p:ph idx="7" type="subTitle"/>
          </p:nvPr>
        </p:nvSpPr>
        <p:spPr>
          <a:xfrm>
            <a:off x="6205925" y="1305637"/>
            <a:ext cx="826500" cy="12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664" name="Google Shape;664;p60"/>
          <p:cNvSpPr txBox="1"/>
          <p:nvPr>
            <p:ph idx="8" type="subTitle"/>
          </p:nvPr>
        </p:nvSpPr>
        <p:spPr>
          <a:xfrm>
            <a:off x="7101525" y="1305637"/>
            <a:ext cx="826500" cy="12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665" name="Google Shape;665;p60"/>
          <p:cNvSpPr txBox="1"/>
          <p:nvPr>
            <p:ph idx="9" type="subTitle"/>
          </p:nvPr>
        </p:nvSpPr>
        <p:spPr>
          <a:xfrm>
            <a:off x="7997125" y="1305637"/>
            <a:ext cx="826500" cy="12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666" name="Google Shape;666;p60"/>
          <p:cNvSpPr txBox="1"/>
          <p:nvPr>
            <p:ph idx="13" type="subTitle"/>
          </p:nvPr>
        </p:nvSpPr>
        <p:spPr>
          <a:xfrm>
            <a:off x="430525" y="1551325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667" name="Google Shape;667;p60"/>
          <p:cNvSpPr txBox="1"/>
          <p:nvPr>
            <p:ph idx="14" type="subTitle"/>
          </p:nvPr>
        </p:nvSpPr>
        <p:spPr>
          <a:xfrm>
            <a:off x="430525" y="1817255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668" name="Google Shape;668;p60"/>
          <p:cNvSpPr txBox="1"/>
          <p:nvPr>
            <p:ph idx="15" type="subTitle"/>
          </p:nvPr>
        </p:nvSpPr>
        <p:spPr>
          <a:xfrm>
            <a:off x="430525" y="2083184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669" name="Google Shape;669;p60"/>
          <p:cNvSpPr txBox="1"/>
          <p:nvPr>
            <p:ph idx="16" type="subTitle"/>
          </p:nvPr>
        </p:nvSpPr>
        <p:spPr>
          <a:xfrm>
            <a:off x="430525" y="2349114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670" name="Google Shape;670;p60"/>
          <p:cNvSpPr txBox="1"/>
          <p:nvPr>
            <p:ph idx="17" type="subTitle"/>
          </p:nvPr>
        </p:nvSpPr>
        <p:spPr>
          <a:xfrm>
            <a:off x="430525" y="2615043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671" name="Google Shape;671;p60"/>
          <p:cNvSpPr txBox="1"/>
          <p:nvPr>
            <p:ph idx="18" type="subTitle"/>
          </p:nvPr>
        </p:nvSpPr>
        <p:spPr>
          <a:xfrm>
            <a:off x="430525" y="2880973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672" name="Google Shape;672;p60"/>
          <p:cNvSpPr txBox="1"/>
          <p:nvPr>
            <p:ph idx="19" type="subTitle"/>
          </p:nvPr>
        </p:nvSpPr>
        <p:spPr>
          <a:xfrm>
            <a:off x="430525" y="3146902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673" name="Google Shape;673;p60"/>
          <p:cNvSpPr txBox="1"/>
          <p:nvPr>
            <p:ph idx="20" type="subTitle"/>
          </p:nvPr>
        </p:nvSpPr>
        <p:spPr>
          <a:xfrm>
            <a:off x="430525" y="3412832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674" name="Google Shape;674;p60"/>
          <p:cNvSpPr txBox="1"/>
          <p:nvPr>
            <p:ph idx="21" type="subTitle"/>
          </p:nvPr>
        </p:nvSpPr>
        <p:spPr>
          <a:xfrm>
            <a:off x="430525" y="3678761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675" name="Google Shape;675;p60"/>
          <p:cNvSpPr txBox="1"/>
          <p:nvPr>
            <p:ph idx="22" type="subTitle"/>
          </p:nvPr>
        </p:nvSpPr>
        <p:spPr>
          <a:xfrm>
            <a:off x="430525" y="3944691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676" name="Google Shape;676;p60"/>
          <p:cNvSpPr txBox="1"/>
          <p:nvPr>
            <p:ph idx="23" type="subTitle"/>
          </p:nvPr>
        </p:nvSpPr>
        <p:spPr>
          <a:xfrm>
            <a:off x="430525" y="4210620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677" name="Google Shape;677;p60"/>
          <p:cNvSpPr txBox="1"/>
          <p:nvPr>
            <p:ph idx="24" type="subTitle"/>
          </p:nvPr>
        </p:nvSpPr>
        <p:spPr>
          <a:xfrm>
            <a:off x="430525" y="4476550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 1">
  <p:cSld name="BLANK_1_1_1_1_2_2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61"/>
          <p:cNvSpPr/>
          <p:nvPr>
            <p:ph idx="2" type="pic"/>
          </p:nvPr>
        </p:nvSpPr>
        <p:spPr>
          <a:xfrm>
            <a:off x="284700" y="1440150"/>
            <a:ext cx="605100" cy="14139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680" name="Google Shape;680;p61"/>
          <p:cNvSpPr/>
          <p:nvPr>
            <p:ph idx="3" type="pic"/>
          </p:nvPr>
        </p:nvSpPr>
        <p:spPr>
          <a:xfrm>
            <a:off x="1002300" y="1440150"/>
            <a:ext cx="2055000" cy="1413900"/>
          </a:xfrm>
          <a:prstGeom prst="roundRect">
            <a:avLst>
              <a:gd fmla="val 16960" name="adj"/>
            </a:avLst>
          </a:prstGeom>
          <a:noFill/>
          <a:ln>
            <a:noFill/>
          </a:ln>
        </p:spPr>
      </p:sp>
      <p:sp>
        <p:nvSpPr>
          <p:cNvPr id="681" name="Google Shape;681;p61"/>
          <p:cNvSpPr/>
          <p:nvPr>
            <p:ph idx="4" type="pic"/>
          </p:nvPr>
        </p:nvSpPr>
        <p:spPr>
          <a:xfrm>
            <a:off x="3185700" y="1440150"/>
            <a:ext cx="605100" cy="14139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682" name="Google Shape;682;p61"/>
          <p:cNvSpPr/>
          <p:nvPr>
            <p:ph idx="5" type="pic"/>
          </p:nvPr>
        </p:nvSpPr>
        <p:spPr>
          <a:xfrm>
            <a:off x="3903300" y="1440150"/>
            <a:ext cx="2055000" cy="1413900"/>
          </a:xfrm>
          <a:prstGeom prst="roundRect">
            <a:avLst>
              <a:gd fmla="val 16960" name="adj"/>
            </a:avLst>
          </a:prstGeom>
          <a:noFill/>
          <a:ln>
            <a:noFill/>
          </a:ln>
        </p:spPr>
      </p:sp>
      <p:sp>
        <p:nvSpPr>
          <p:cNvPr id="683" name="Google Shape;683;p61"/>
          <p:cNvSpPr/>
          <p:nvPr>
            <p:ph idx="6" type="pic"/>
          </p:nvPr>
        </p:nvSpPr>
        <p:spPr>
          <a:xfrm>
            <a:off x="6086700" y="1440150"/>
            <a:ext cx="605100" cy="14139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684" name="Google Shape;684;p61"/>
          <p:cNvSpPr/>
          <p:nvPr>
            <p:ph idx="7" type="pic"/>
          </p:nvPr>
        </p:nvSpPr>
        <p:spPr>
          <a:xfrm>
            <a:off x="6804300" y="1440150"/>
            <a:ext cx="2055000" cy="1413900"/>
          </a:xfrm>
          <a:prstGeom prst="roundRect">
            <a:avLst>
              <a:gd fmla="val 16960" name="adj"/>
            </a:avLst>
          </a:prstGeom>
          <a:noFill/>
          <a:ln>
            <a:noFill/>
          </a:ln>
        </p:spPr>
      </p:sp>
      <p:sp>
        <p:nvSpPr>
          <p:cNvPr id="685" name="Google Shape;685;p61"/>
          <p:cNvSpPr txBox="1"/>
          <p:nvPr>
            <p:ph type="title"/>
          </p:nvPr>
        </p:nvSpPr>
        <p:spPr>
          <a:xfrm>
            <a:off x="284700" y="474750"/>
            <a:ext cx="56736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686" name="Google Shape;686;p61"/>
          <p:cNvSpPr txBox="1"/>
          <p:nvPr>
            <p:ph idx="1" type="body"/>
          </p:nvPr>
        </p:nvSpPr>
        <p:spPr>
          <a:xfrm>
            <a:off x="284700" y="3817800"/>
            <a:ext cx="2772600" cy="104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87" name="Google Shape;687;p61"/>
          <p:cNvSpPr txBox="1"/>
          <p:nvPr>
            <p:ph idx="8" type="subTitle"/>
          </p:nvPr>
        </p:nvSpPr>
        <p:spPr>
          <a:xfrm>
            <a:off x="284700" y="3421198"/>
            <a:ext cx="2772600" cy="196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688" name="Google Shape;688;p61"/>
          <p:cNvSpPr txBox="1"/>
          <p:nvPr>
            <p:ph idx="9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689" name="Google Shape;689;p61"/>
          <p:cNvSpPr txBox="1"/>
          <p:nvPr>
            <p:ph idx="13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690" name="Google Shape;690;p61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91" name="Google Shape;691;p61"/>
          <p:cNvSpPr txBox="1"/>
          <p:nvPr>
            <p:ph idx="14" type="body"/>
          </p:nvPr>
        </p:nvSpPr>
        <p:spPr>
          <a:xfrm>
            <a:off x="3185700" y="3817800"/>
            <a:ext cx="2772600" cy="104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692" name="Google Shape;692;p61"/>
          <p:cNvSpPr txBox="1"/>
          <p:nvPr>
            <p:ph idx="15" type="subTitle"/>
          </p:nvPr>
        </p:nvSpPr>
        <p:spPr>
          <a:xfrm>
            <a:off x="3185700" y="3421198"/>
            <a:ext cx="2772600" cy="196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693" name="Google Shape;693;p61"/>
          <p:cNvSpPr txBox="1"/>
          <p:nvPr>
            <p:ph idx="16" type="body"/>
          </p:nvPr>
        </p:nvSpPr>
        <p:spPr>
          <a:xfrm>
            <a:off x="6086700" y="3817800"/>
            <a:ext cx="2772600" cy="104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694" name="Google Shape;694;p61"/>
          <p:cNvSpPr txBox="1"/>
          <p:nvPr>
            <p:ph idx="17" type="subTitle"/>
          </p:nvPr>
        </p:nvSpPr>
        <p:spPr>
          <a:xfrm>
            <a:off x="6086700" y="3421198"/>
            <a:ext cx="2772600" cy="196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text and images">
  <p:cSld name="CUSTOM_15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62"/>
          <p:cNvSpPr/>
          <p:nvPr>
            <p:ph idx="2" type="pic"/>
          </p:nvPr>
        </p:nvSpPr>
        <p:spPr>
          <a:xfrm>
            <a:off x="284700" y="2901150"/>
            <a:ext cx="2772600" cy="1770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697" name="Google Shape;697;p62"/>
          <p:cNvSpPr/>
          <p:nvPr>
            <p:ph idx="3" type="pic"/>
          </p:nvPr>
        </p:nvSpPr>
        <p:spPr>
          <a:xfrm>
            <a:off x="3185800" y="2901150"/>
            <a:ext cx="2772600" cy="1770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698" name="Google Shape;698;p62"/>
          <p:cNvSpPr/>
          <p:nvPr>
            <p:ph idx="4" type="pic"/>
          </p:nvPr>
        </p:nvSpPr>
        <p:spPr>
          <a:xfrm>
            <a:off x="3185800" y="1440150"/>
            <a:ext cx="2772600" cy="1347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699" name="Google Shape;699;p62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700" name="Google Shape;700;p62"/>
          <p:cNvSpPr txBox="1"/>
          <p:nvPr>
            <p:ph idx="5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701" name="Google Shape;701;p62"/>
          <p:cNvSpPr txBox="1"/>
          <p:nvPr>
            <p:ph idx="6" type="body"/>
          </p:nvPr>
        </p:nvSpPr>
        <p:spPr>
          <a:xfrm>
            <a:off x="284700" y="1440225"/>
            <a:ext cx="2772600" cy="965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702" name="Google Shape;702;p62"/>
          <p:cNvSpPr txBox="1"/>
          <p:nvPr>
            <p:ph idx="7" type="body"/>
          </p:nvPr>
        </p:nvSpPr>
        <p:spPr>
          <a:xfrm>
            <a:off x="6086900" y="3095300"/>
            <a:ext cx="2772600" cy="6555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703" name="Google Shape;703;p62"/>
          <p:cNvSpPr txBox="1"/>
          <p:nvPr>
            <p:ph type="title"/>
          </p:nvPr>
        </p:nvSpPr>
        <p:spPr>
          <a:xfrm>
            <a:off x="284700" y="474750"/>
            <a:ext cx="56736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704" name="Google Shape;704;p62"/>
          <p:cNvSpPr txBox="1"/>
          <p:nvPr>
            <p:ph idx="8" type="subTitle"/>
          </p:nvPr>
        </p:nvSpPr>
        <p:spPr>
          <a:xfrm>
            <a:off x="6084175" y="2787750"/>
            <a:ext cx="2772600" cy="1920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image w/ left box">
  <p:cSld name="BLANK_1_1_1_1_1_1_1_1_1_1_1_1_1_1_1_1_1_1_1_1_2"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63"/>
          <p:cNvSpPr/>
          <p:nvPr>
            <p:ph idx="2" type="pic"/>
          </p:nvPr>
        </p:nvSpPr>
        <p:spPr>
          <a:xfrm>
            <a:off x="-10475" y="0"/>
            <a:ext cx="91677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7" name="Google Shape;707;p63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708" name="Google Shape;708;p63"/>
          <p:cNvSpPr txBox="1"/>
          <p:nvPr>
            <p:ph idx="3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709" name="Google Shape;709;p63"/>
          <p:cNvSpPr txBox="1"/>
          <p:nvPr>
            <p:ph idx="4" type="body"/>
          </p:nvPr>
        </p:nvSpPr>
        <p:spPr>
          <a:xfrm>
            <a:off x="284800" y="3713250"/>
            <a:ext cx="4227300" cy="955200"/>
          </a:xfrm>
          <a:prstGeom prst="rect">
            <a:avLst/>
          </a:prstGeom>
        </p:spPr>
        <p:txBody>
          <a:bodyPr anchorCtr="0" anchor="b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710" name="Google Shape;710;p63"/>
          <p:cNvSpPr txBox="1"/>
          <p:nvPr>
            <p:ph type="title"/>
          </p:nvPr>
        </p:nvSpPr>
        <p:spPr>
          <a:xfrm>
            <a:off x="284700" y="474750"/>
            <a:ext cx="4227300" cy="96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711" name="Google Shape;711;p63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image w/ right box ">
  <p:cSld name="BLANK_1_1_1_1_1_1_1_1_1_1_1_1_1_1_1_1_1_1_1_1_2_1"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64"/>
          <p:cNvSpPr/>
          <p:nvPr>
            <p:ph idx="2" type="pic"/>
          </p:nvPr>
        </p:nvSpPr>
        <p:spPr>
          <a:xfrm>
            <a:off x="-10475" y="0"/>
            <a:ext cx="91677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14" name="Google Shape;714;p64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715" name="Google Shape;715;p64"/>
          <p:cNvSpPr txBox="1"/>
          <p:nvPr>
            <p:ph idx="3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716" name="Google Shape;716;p64"/>
          <p:cNvSpPr txBox="1"/>
          <p:nvPr>
            <p:ph idx="4" type="body"/>
          </p:nvPr>
        </p:nvSpPr>
        <p:spPr>
          <a:xfrm>
            <a:off x="5078626" y="3728550"/>
            <a:ext cx="3767400" cy="941700"/>
          </a:xfrm>
          <a:prstGeom prst="rect">
            <a:avLst/>
          </a:prstGeom>
        </p:spPr>
        <p:txBody>
          <a:bodyPr anchorCtr="0" anchor="b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717" name="Google Shape;717;p64"/>
          <p:cNvSpPr txBox="1"/>
          <p:nvPr>
            <p:ph type="title"/>
          </p:nvPr>
        </p:nvSpPr>
        <p:spPr>
          <a:xfrm>
            <a:off x="284700" y="474750"/>
            <a:ext cx="4344900" cy="96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718" name="Google Shape;718;p64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/images and blocks">
  <p:cSld name="CUSTOM_7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65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1" name="Google Shape;721;p65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722" name="Google Shape;722;p65"/>
          <p:cNvSpPr txBox="1"/>
          <p:nvPr>
            <p:ph idx="2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723" name="Google Shape;723;p65"/>
          <p:cNvSpPr txBox="1"/>
          <p:nvPr>
            <p:ph idx="3" type="body"/>
          </p:nvPr>
        </p:nvSpPr>
        <p:spPr>
          <a:xfrm>
            <a:off x="284700" y="1862325"/>
            <a:ext cx="4219200" cy="5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724" name="Google Shape;724;p65"/>
          <p:cNvSpPr/>
          <p:nvPr>
            <p:ph idx="4" type="pic"/>
          </p:nvPr>
        </p:nvSpPr>
        <p:spPr>
          <a:xfrm>
            <a:off x="4623425" y="672675"/>
            <a:ext cx="4247100" cy="1839300"/>
          </a:xfrm>
          <a:prstGeom prst="roundRect">
            <a:avLst>
              <a:gd fmla="val 14674" name="adj"/>
            </a:avLst>
          </a:prstGeom>
          <a:noFill/>
          <a:ln>
            <a:noFill/>
          </a:ln>
        </p:spPr>
      </p:sp>
      <p:sp>
        <p:nvSpPr>
          <p:cNvPr id="725" name="Google Shape;725;p65"/>
          <p:cNvSpPr/>
          <p:nvPr>
            <p:ph idx="5" type="pic"/>
          </p:nvPr>
        </p:nvSpPr>
        <p:spPr>
          <a:xfrm>
            <a:off x="4623425" y="2629425"/>
            <a:ext cx="4227600" cy="1074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726" name="Google Shape;726;p65"/>
          <p:cNvSpPr txBox="1"/>
          <p:nvPr>
            <p:ph idx="6" type="body"/>
          </p:nvPr>
        </p:nvSpPr>
        <p:spPr>
          <a:xfrm>
            <a:off x="4627625" y="4055988"/>
            <a:ext cx="4219200" cy="612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727" name="Google Shape;727;p65"/>
          <p:cNvSpPr txBox="1"/>
          <p:nvPr>
            <p:ph idx="7" type="body"/>
          </p:nvPr>
        </p:nvSpPr>
        <p:spPr>
          <a:xfrm>
            <a:off x="2450475" y="3154450"/>
            <a:ext cx="2055000" cy="5460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728" name="Google Shape;728;p65"/>
          <p:cNvSpPr txBox="1"/>
          <p:nvPr>
            <p:ph idx="8" type="body"/>
          </p:nvPr>
        </p:nvSpPr>
        <p:spPr>
          <a:xfrm>
            <a:off x="284700" y="3154450"/>
            <a:ext cx="2051400" cy="5490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729" name="Google Shape;729;p65"/>
          <p:cNvSpPr txBox="1"/>
          <p:nvPr>
            <p:ph type="title"/>
          </p:nvPr>
        </p:nvSpPr>
        <p:spPr>
          <a:xfrm>
            <a:off x="284700" y="672675"/>
            <a:ext cx="4219200" cy="7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730" name="Google Shape;730;p65"/>
          <p:cNvSpPr txBox="1"/>
          <p:nvPr>
            <p:ph idx="9" type="subTitle"/>
          </p:nvPr>
        </p:nvSpPr>
        <p:spPr>
          <a:xfrm>
            <a:off x="284700" y="2630400"/>
            <a:ext cx="2051400" cy="4989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strument Sans SemiBold"/>
              <a:buNone/>
              <a:defRPr sz="18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731" name="Google Shape;731;p65"/>
          <p:cNvSpPr txBox="1"/>
          <p:nvPr>
            <p:ph idx="13" type="subTitle"/>
          </p:nvPr>
        </p:nvSpPr>
        <p:spPr>
          <a:xfrm>
            <a:off x="2454069" y="2630400"/>
            <a:ext cx="2051400" cy="4989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strument Sans SemiBold"/>
              <a:buNone/>
              <a:defRPr sz="18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 details">
  <p:cSld name="CUSTOM_8"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66"/>
          <p:cNvSpPr/>
          <p:nvPr/>
        </p:nvSpPr>
        <p:spPr>
          <a:xfrm>
            <a:off x="288400" y="474900"/>
            <a:ext cx="8568300" cy="4193700"/>
          </a:xfrm>
          <a:prstGeom prst="roundRect">
            <a:avLst>
              <a:gd fmla="val 5525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734" name="Google Shape;734;p66"/>
          <p:cNvSpPr txBox="1"/>
          <p:nvPr>
            <p:ph idx="1" type="body"/>
          </p:nvPr>
        </p:nvSpPr>
        <p:spPr>
          <a:xfrm>
            <a:off x="617750" y="775450"/>
            <a:ext cx="728100" cy="30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35" name="Google Shape;735;p66"/>
          <p:cNvSpPr txBox="1"/>
          <p:nvPr>
            <p:ph idx="2" type="body"/>
          </p:nvPr>
        </p:nvSpPr>
        <p:spPr>
          <a:xfrm>
            <a:off x="617750" y="2630400"/>
            <a:ext cx="3889500" cy="1809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36" name="Google Shape;736;p66"/>
          <p:cNvSpPr/>
          <p:nvPr>
            <p:ph idx="3" type="pic"/>
          </p:nvPr>
        </p:nvSpPr>
        <p:spPr>
          <a:xfrm>
            <a:off x="6806700" y="1335775"/>
            <a:ext cx="1821600" cy="2563500"/>
          </a:xfrm>
          <a:prstGeom prst="roundRect">
            <a:avLst>
              <a:gd fmla="val 13098" name="adj"/>
            </a:avLst>
          </a:prstGeom>
          <a:noFill/>
          <a:ln>
            <a:noFill/>
          </a:ln>
        </p:spPr>
      </p:sp>
      <p:sp>
        <p:nvSpPr>
          <p:cNvPr id="737" name="Google Shape;737;p66"/>
          <p:cNvSpPr txBox="1"/>
          <p:nvPr>
            <p:ph type="title"/>
          </p:nvPr>
        </p:nvSpPr>
        <p:spPr>
          <a:xfrm>
            <a:off x="622700" y="1323975"/>
            <a:ext cx="3889500" cy="96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738" name="Google Shape;738;p66"/>
          <p:cNvSpPr txBox="1"/>
          <p:nvPr>
            <p:ph idx="4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739" name="Google Shape;739;p66"/>
          <p:cNvSpPr txBox="1"/>
          <p:nvPr>
            <p:ph idx="5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740" name="Google Shape;740;p66"/>
          <p:cNvSpPr txBox="1"/>
          <p:nvPr>
            <p:ph idx="6" type="body"/>
          </p:nvPr>
        </p:nvSpPr>
        <p:spPr>
          <a:xfrm>
            <a:off x="4629475" y="2513100"/>
            <a:ext cx="2055000" cy="192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indent="-2286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indent="-2286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indent="-2286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indent="-2286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indent="-2286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indent="-2286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indent="-2286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indent="-2286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741" name="Google Shape;741;p66"/>
          <p:cNvSpPr txBox="1"/>
          <p:nvPr>
            <p:ph idx="7" type="subTitle"/>
          </p:nvPr>
        </p:nvSpPr>
        <p:spPr>
          <a:xfrm>
            <a:off x="4783900" y="1539225"/>
            <a:ext cx="1821600" cy="5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42" name="Google Shape;742;p66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 details 2">
  <p:cSld name="CUSTOM_8_1"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67"/>
          <p:cNvSpPr/>
          <p:nvPr/>
        </p:nvSpPr>
        <p:spPr>
          <a:xfrm>
            <a:off x="288400" y="474900"/>
            <a:ext cx="8568300" cy="4193700"/>
          </a:xfrm>
          <a:prstGeom prst="roundRect">
            <a:avLst>
              <a:gd fmla="val 5525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745" name="Google Shape;745;p67"/>
          <p:cNvSpPr txBox="1"/>
          <p:nvPr>
            <p:ph idx="1" type="body"/>
          </p:nvPr>
        </p:nvSpPr>
        <p:spPr>
          <a:xfrm>
            <a:off x="617750" y="775450"/>
            <a:ext cx="728100" cy="30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46" name="Google Shape;746;p67"/>
          <p:cNvSpPr txBox="1"/>
          <p:nvPr>
            <p:ph idx="2" type="body"/>
          </p:nvPr>
        </p:nvSpPr>
        <p:spPr>
          <a:xfrm>
            <a:off x="617750" y="2630400"/>
            <a:ext cx="3889500" cy="1809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47" name="Google Shape;747;p67"/>
          <p:cNvSpPr txBox="1"/>
          <p:nvPr>
            <p:ph type="title"/>
          </p:nvPr>
        </p:nvSpPr>
        <p:spPr>
          <a:xfrm>
            <a:off x="622700" y="1323975"/>
            <a:ext cx="3889500" cy="96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748" name="Google Shape;748;p67"/>
          <p:cNvSpPr txBox="1"/>
          <p:nvPr>
            <p:ph idx="3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749" name="Google Shape;749;p67"/>
          <p:cNvSpPr txBox="1"/>
          <p:nvPr>
            <p:ph idx="4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750" name="Google Shape;750;p67"/>
          <p:cNvSpPr txBox="1"/>
          <p:nvPr>
            <p:ph idx="5" type="body"/>
          </p:nvPr>
        </p:nvSpPr>
        <p:spPr>
          <a:xfrm>
            <a:off x="4629475" y="2513100"/>
            <a:ext cx="2055000" cy="192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indent="-2286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indent="-2286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indent="-2286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indent="-2286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indent="-2286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indent="-2286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indent="-2286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indent="-2286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751" name="Google Shape;751;p67"/>
          <p:cNvSpPr txBox="1"/>
          <p:nvPr>
            <p:ph idx="6" type="subTitle"/>
          </p:nvPr>
        </p:nvSpPr>
        <p:spPr>
          <a:xfrm>
            <a:off x="4783900" y="1539225"/>
            <a:ext cx="1821600" cy="5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52" name="Google Shape;752;p67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xes and image">
  <p:cSld name="CUSTOM"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68"/>
          <p:cNvSpPr/>
          <p:nvPr/>
        </p:nvSpPr>
        <p:spPr>
          <a:xfrm>
            <a:off x="6084175" y="474900"/>
            <a:ext cx="2771400" cy="4193700"/>
          </a:xfrm>
          <a:prstGeom prst="roundRect">
            <a:avLst>
              <a:gd fmla="val 7333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755" name="Google Shape;755;p68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6" name="Google Shape;756;p68"/>
          <p:cNvSpPr/>
          <p:nvPr/>
        </p:nvSpPr>
        <p:spPr>
          <a:xfrm>
            <a:off x="288400" y="474900"/>
            <a:ext cx="5670000" cy="4193700"/>
          </a:xfrm>
          <a:prstGeom prst="roundRect">
            <a:avLst>
              <a:gd fmla="val 407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757" name="Google Shape;757;p68"/>
          <p:cNvSpPr/>
          <p:nvPr/>
        </p:nvSpPr>
        <p:spPr>
          <a:xfrm>
            <a:off x="567700" y="4089150"/>
            <a:ext cx="1112100" cy="3507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</p:txBody>
      </p:sp>
      <p:sp>
        <p:nvSpPr>
          <p:cNvPr id="758" name="Google Shape;758;p68"/>
          <p:cNvSpPr/>
          <p:nvPr/>
        </p:nvSpPr>
        <p:spPr>
          <a:xfrm>
            <a:off x="1679742" y="4089150"/>
            <a:ext cx="1112100" cy="3507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</p:txBody>
      </p:sp>
      <p:sp>
        <p:nvSpPr>
          <p:cNvPr id="759" name="Google Shape;759;p68"/>
          <p:cNvSpPr/>
          <p:nvPr/>
        </p:nvSpPr>
        <p:spPr>
          <a:xfrm>
            <a:off x="2791783" y="4089150"/>
            <a:ext cx="1112100" cy="3507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</p:txBody>
      </p:sp>
      <p:sp>
        <p:nvSpPr>
          <p:cNvPr id="760" name="Google Shape;760;p68"/>
          <p:cNvSpPr txBox="1"/>
          <p:nvPr>
            <p:ph type="title"/>
          </p:nvPr>
        </p:nvSpPr>
        <p:spPr>
          <a:xfrm>
            <a:off x="586125" y="745875"/>
            <a:ext cx="4471200" cy="94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761" name="Google Shape;761;p68"/>
          <p:cNvSpPr txBox="1"/>
          <p:nvPr>
            <p:ph idx="1" type="body"/>
          </p:nvPr>
        </p:nvSpPr>
        <p:spPr>
          <a:xfrm>
            <a:off x="6379950" y="3477525"/>
            <a:ext cx="2121300" cy="965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62" name="Google Shape;762;p68"/>
          <p:cNvSpPr txBox="1"/>
          <p:nvPr>
            <p:ph idx="2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763" name="Google Shape;763;p68"/>
          <p:cNvSpPr txBox="1"/>
          <p:nvPr>
            <p:ph idx="3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764" name="Google Shape;764;p68"/>
          <p:cNvSpPr/>
          <p:nvPr>
            <p:ph idx="4" type="pic"/>
          </p:nvPr>
        </p:nvSpPr>
        <p:spPr>
          <a:xfrm>
            <a:off x="6084175" y="474750"/>
            <a:ext cx="2771400" cy="1458300"/>
          </a:xfrm>
          <a:prstGeom prst="roundRect">
            <a:avLst>
              <a:gd fmla="val 11040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 4 elements 1">
  <p:cSld name="CUSTOM_10_3">
    <p:bg>
      <p:bgPr>
        <a:solidFill>
          <a:schemeClr val="dk2"/>
        </a:solidFill>
      </p:bgPr>
    </p:bg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6" name="Google Shape;766;p69"/>
          <p:cNvPicPr preferRelativeResize="0"/>
          <p:nvPr/>
        </p:nvPicPr>
        <p:blipFill rotWithShape="1">
          <a:blip r:embed="rId2">
            <a:alphaModFix/>
          </a:blip>
          <a:srcRect b="31415" l="0" r="33444" t="12335"/>
          <a:stretch/>
        </p:blipFill>
        <p:spPr>
          <a:xfrm>
            <a:off x="3058325" y="0"/>
            <a:ext cx="608567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67" name="Google Shape;767;p69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768" name="Google Shape;768;p69"/>
          <p:cNvSpPr txBox="1"/>
          <p:nvPr>
            <p:ph idx="2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769" name="Google Shape;769;p69"/>
          <p:cNvSpPr txBox="1"/>
          <p:nvPr>
            <p:ph type="title"/>
          </p:nvPr>
        </p:nvSpPr>
        <p:spPr>
          <a:xfrm>
            <a:off x="288400" y="476400"/>
            <a:ext cx="2769000" cy="496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770" name="Google Shape;770;p69"/>
          <p:cNvSpPr txBox="1"/>
          <p:nvPr>
            <p:ph idx="3" type="subTitle"/>
          </p:nvPr>
        </p:nvSpPr>
        <p:spPr>
          <a:xfrm>
            <a:off x="284701" y="1716225"/>
            <a:ext cx="854700" cy="6462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1" name="Google Shape;771;p69"/>
          <p:cNvSpPr txBox="1"/>
          <p:nvPr>
            <p:ph idx="4" type="subTitle"/>
          </p:nvPr>
        </p:nvSpPr>
        <p:spPr>
          <a:xfrm>
            <a:off x="1148000" y="1713825"/>
            <a:ext cx="2448600" cy="64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772" name="Google Shape;772;p69"/>
          <p:cNvSpPr txBox="1"/>
          <p:nvPr>
            <p:ph idx="5" type="subTitle"/>
          </p:nvPr>
        </p:nvSpPr>
        <p:spPr>
          <a:xfrm>
            <a:off x="5842012" y="1713825"/>
            <a:ext cx="2448600" cy="64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773" name="Google Shape;773;p69"/>
          <p:cNvSpPr txBox="1"/>
          <p:nvPr>
            <p:ph idx="6" type="subTitle"/>
          </p:nvPr>
        </p:nvSpPr>
        <p:spPr>
          <a:xfrm>
            <a:off x="284701" y="2506919"/>
            <a:ext cx="854700" cy="6462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4" name="Google Shape;774;p69"/>
          <p:cNvSpPr txBox="1"/>
          <p:nvPr>
            <p:ph idx="7" type="subTitle"/>
          </p:nvPr>
        </p:nvSpPr>
        <p:spPr>
          <a:xfrm>
            <a:off x="1148000" y="2504519"/>
            <a:ext cx="2448600" cy="64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775" name="Google Shape;775;p69"/>
          <p:cNvSpPr txBox="1"/>
          <p:nvPr>
            <p:ph idx="8" type="subTitle"/>
          </p:nvPr>
        </p:nvSpPr>
        <p:spPr>
          <a:xfrm>
            <a:off x="5842012" y="2504519"/>
            <a:ext cx="2448600" cy="64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776" name="Google Shape;776;p69"/>
          <p:cNvSpPr txBox="1"/>
          <p:nvPr>
            <p:ph idx="9" type="subTitle"/>
          </p:nvPr>
        </p:nvSpPr>
        <p:spPr>
          <a:xfrm>
            <a:off x="284701" y="3255713"/>
            <a:ext cx="854700" cy="6462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7" name="Google Shape;777;p69"/>
          <p:cNvSpPr txBox="1"/>
          <p:nvPr>
            <p:ph idx="13" type="subTitle"/>
          </p:nvPr>
        </p:nvSpPr>
        <p:spPr>
          <a:xfrm>
            <a:off x="1148000" y="3253313"/>
            <a:ext cx="2448600" cy="64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778" name="Google Shape;778;p69"/>
          <p:cNvSpPr txBox="1"/>
          <p:nvPr>
            <p:ph idx="14" type="subTitle"/>
          </p:nvPr>
        </p:nvSpPr>
        <p:spPr>
          <a:xfrm>
            <a:off x="5842012" y="3253313"/>
            <a:ext cx="2448600" cy="64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779" name="Google Shape;779;p69"/>
          <p:cNvSpPr txBox="1"/>
          <p:nvPr>
            <p:ph idx="15" type="subTitle"/>
          </p:nvPr>
        </p:nvSpPr>
        <p:spPr>
          <a:xfrm>
            <a:off x="284701" y="4029675"/>
            <a:ext cx="854700" cy="6462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0" name="Google Shape;780;p69"/>
          <p:cNvSpPr txBox="1"/>
          <p:nvPr>
            <p:ph idx="16" type="subTitle"/>
          </p:nvPr>
        </p:nvSpPr>
        <p:spPr>
          <a:xfrm>
            <a:off x="1148000" y="4027275"/>
            <a:ext cx="2448600" cy="64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781" name="Google Shape;781;p69"/>
          <p:cNvSpPr txBox="1"/>
          <p:nvPr>
            <p:ph idx="17" type="subTitle"/>
          </p:nvPr>
        </p:nvSpPr>
        <p:spPr>
          <a:xfrm>
            <a:off x="5842012" y="4027275"/>
            <a:ext cx="2448600" cy="64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782" name="Google Shape;782;p69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7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785" name="Google Shape;785;p7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7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7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90" name="Google Shape;790;p7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7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93" name="Google Shape;793;p7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94" name="Google Shape;794;p7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7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7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799" name="Google Shape;799;p7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7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7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/>
        </p:txBody>
      </p:sp>
      <p:sp>
        <p:nvSpPr>
          <p:cNvPr id="804" name="Google Shape;804;p7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05" name="Google Shape;805;p7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7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7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810" name="Google Shape;810;p7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8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4" name="Google Shape;814;p8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5" name="Google Shape;815;p8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6" name="Google Shape;816;p8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7" name="Google Shape;817;p8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8" name="Google Shape;818;p8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9" name="Google Shape;819;p8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8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22" name="Google Shape;822;p8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23" name="Google Shape;823;p8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8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826" name="Google Shape;826;p8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27" name="Google Shape;827;p8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28" name="Google Shape;828;p8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29" name="Google Shape;829;p8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8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32" name="Google Shape;832;p8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33" name="Google Shape;833;p8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834" name="Google Shape;834;p84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5" name="Google Shape;835;p84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6" name="Google Shape;836;p84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7" name="Google Shape;837;p84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8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40" name="Google Shape;840;p8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41" name="Google Shape;841;p8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42" name="Google Shape;842;p8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43" name="Google Shape;843;p8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844" name="Google Shape;844;p8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5" name="Google Shape;845;p8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6" name="Google Shape;846;p8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7" name="Google Shape;847;p8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8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0" name="Google Shape;850;p8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8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53" name="Google Shape;853;p8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54" name="Google Shape;854;p8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55" name="Google Shape;855;p8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56" name="Google Shape;856;p8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7" name="Google Shape;857;p8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58" name="Google Shape;858;p8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8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61" name="Google Shape;861;p8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2" name="Google Shape;862;p8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3" name="Google Shape;863;p8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64" name="Google Shape;864;p8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5" name="Google Shape;865;p8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66" name="Google Shape;866;p8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67" name="Google Shape;867;p8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68" name="Google Shape;868;p8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69" name="Google Shape;869;p8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8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9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4" name="Google Shape;874;p9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5" name="Google Shape;875;p9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6" name="Google Shape;876;p9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7" name="Google Shape;877;p9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8" name="Google Shape;878;p9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9" name="Google Shape;879;p9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0" name="Google Shape;880;p9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1" name="Google Shape;881;p9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2" name="Google Shape;882;p9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Background">
  <p:cSld name="CUSTOM">
    <p:bg>
      <p:bgPr>
        <a:solidFill>
          <a:schemeClr val="dk2"/>
        </a:solidFill>
      </p:bgPr>
    </p:bg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92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cxnSp>
        <p:nvCxnSpPr>
          <p:cNvPr id="889" name="Google Shape;889;p92"/>
          <p:cNvCxnSpPr/>
          <p:nvPr/>
        </p:nvCxnSpPr>
        <p:spPr>
          <a:xfrm rot="10800000">
            <a:off x="593700" y="3671900"/>
            <a:ext cx="794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0" name="Google Shape;890;p92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Neuton Light"/>
              <a:buNone/>
              <a:defRPr sz="8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9pPr>
          </a:lstStyle>
          <a:p/>
        </p:txBody>
      </p:sp>
      <p:sp>
        <p:nvSpPr>
          <p:cNvPr id="891" name="Google Shape;891;p92"/>
          <p:cNvSpPr txBox="1"/>
          <p:nvPr>
            <p:ph idx="1" type="body"/>
          </p:nvPr>
        </p:nvSpPr>
        <p:spPr>
          <a:xfrm>
            <a:off x="575438" y="4387200"/>
            <a:ext cx="2919600" cy="6480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892" name="Google Shape;892;p92"/>
          <p:cNvSpPr txBox="1"/>
          <p:nvPr>
            <p:ph idx="2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3" name="Google Shape;893;p92"/>
          <p:cNvSpPr txBox="1"/>
          <p:nvPr>
            <p:ph idx="3" type="subTitle"/>
          </p:nvPr>
        </p:nvSpPr>
        <p:spPr>
          <a:xfrm>
            <a:off x="5539488" y="43872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4" name="Google Shape;894;p92"/>
          <p:cNvSpPr txBox="1"/>
          <p:nvPr>
            <p:ph idx="4" type="subTitle"/>
          </p:nvPr>
        </p:nvSpPr>
        <p:spPr>
          <a:xfrm>
            <a:off x="7040700" y="43872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CUSTOM_7_1_1_1_1_1_1_1_1_1_1_1_1_1_1_1_1_1"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p93"/>
          <p:cNvSpPr txBox="1"/>
          <p:nvPr>
            <p:ph idx="1" type="subTitle"/>
          </p:nvPr>
        </p:nvSpPr>
        <p:spPr>
          <a:xfrm>
            <a:off x="4322100" y="47000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897" name="Google Shape;897;p93"/>
          <p:cNvSpPr txBox="1"/>
          <p:nvPr>
            <p:ph idx="2" type="subTitle"/>
          </p:nvPr>
        </p:nvSpPr>
        <p:spPr>
          <a:xfrm>
            <a:off x="4322100" y="538525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898" name="Google Shape;898;p93"/>
          <p:cNvSpPr txBox="1"/>
          <p:nvPr>
            <p:ph idx="3" type="subTitle"/>
          </p:nvPr>
        </p:nvSpPr>
        <p:spPr>
          <a:xfrm>
            <a:off x="4322100" y="1061300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899" name="Google Shape;899;p93"/>
          <p:cNvSpPr txBox="1"/>
          <p:nvPr>
            <p:ph idx="4" type="subTitle"/>
          </p:nvPr>
        </p:nvSpPr>
        <p:spPr>
          <a:xfrm>
            <a:off x="4322100" y="1560213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900" name="Google Shape;900;p93"/>
          <p:cNvSpPr txBox="1"/>
          <p:nvPr>
            <p:ph idx="5" type="subTitle"/>
          </p:nvPr>
        </p:nvSpPr>
        <p:spPr>
          <a:xfrm>
            <a:off x="4322100" y="2094363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901" name="Google Shape;901;p93"/>
          <p:cNvSpPr txBox="1"/>
          <p:nvPr>
            <p:ph idx="6" type="subTitle"/>
          </p:nvPr>
        </p:nvSpPr>
        <p:spPr>
          <a:xfrm>
            <a:off x="4322100" y="2605313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902" name="Google Shape;902;p93"/>
          <p:cNvSpPr txBox="1"/>
          <p:nvPr>
            <p:ph idx="7" type="subTitle"/>
          </p:nvPr>
        </p:nvSpPr>
        <p:spPr>
          <a:xfrm>
            <a:off x="4322100" y="3120113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903" name="Google Shape;903;p93"/>
          <p:cNvSpPr txBox="1"/>
          <p:nvPr>
            <p:ph idx="8" type="subTitle"/>
          </p:nvPr>
        </p:nvSpPr>
        <p:spPr>
          <a:xfrm>
            <a:off x="4322100" y="3634825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904" name="Google Shape;904;p93"/>
          <p:cNvSpPr txBox="1"/>
          <p:nvPr>
            <p:ph idx="9" type="subTitle"/>
          </p:nvPr>
        </p:nvSpPr>
        <p:spPr>
          <a:xfrm>
            <a:off x="4322100" y="4152488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905" name="Google Shape;905;p93"/>
          <p:cNvSpPr txBox="1"/>
          <p:nvPr>
            <p:ph idx="13" type="subTitle"/>
          </p:nvPr>
        </p:nvSpPr>
        <p:spPr>
          <a:xfrm>
            <a:off x="4322100" y="4667200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906" name="Google Shape;906;p93"/>
          <p:cNvSpPr txBox="1"/>
          <p:nvPr>
            <p:ph idx="14" type="subTitle"/>
          </p:nvPr>
        </p:nvSpPr>
        <p:spPr>
          <a:xfrm>
            <a:off x="8440475" y="35300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907" name="Google Shape;907;p93"/>
          <p:cNvSpPr txBox="1"/>
          <p:nvPr>
            <p:ph idx="15" type="subTitle"/>
          </p:nvPr>
        </p:nvSpPr>
        <p:spPr>
          <a:xfrm>
            <a:off x="8440475" y="526825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908" name="Google Shape;908;p93"/>
          <p:cNvSpPr txBox="1"/>
          <p:nvPr>
            <p:ph idx="16" type="subTitle"/>
          </p:nvPr>
        </p:nvSpPr>
        <p:spPr>
          <a:xfrm>
            <a:off x="8440475" y="1049600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909" name="Google Shape;909;p93"/>
          <p:cNvSpPr txBox="1"/>
          <p:nvPr>
            <p:ph idx="17" type="subTitle"/>
          </p:nvPr>
        </p:nvSpPr>
        <p:spPr>
          <a:xfrm>
            <a:off x="8440475" y="1548513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910" name="Google Shape;910;p93"/>
          <p:cNvSpPr txBox="1"/>
          <p:nvPr>
            <p:ph idx="18" type="subTitle"/>
          </p:nvPr>
        </p:nvSpPr>
        <p:spPr>
          <a:xfrm>
            <a:off x="8440475" y="2082663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911" name="Google Shape;911;p93"/>
          <p:cNvSpPr txBox="1"/>
          <p:nvPr>
            <p:ph idx="19" type="subTitle"/>
          </p:nvPr>
        </p:nvSpPr>
        <p:spPr>
          <a:xfrm>
            <a:off x="8440475" y="2593613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912" name="Google Shape;912;p93"/>
          <p:cNvSpPr txBox="1"/>
          <p:nvPr>
            <p:ph idx="20" type="subTitle"/>
          </p:nvPr>
        </p:nvSpPr>
        <p:spPr>
          <a:xfrm>
            <a:off x="8440475" y="3108413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913" name="Google Shape;913;p93"/>
          <p:cNvSpPr txBox="1"/>
          <p:nvPr>
            <p:ph idx="21" type="subTitle"/>
          </p:nvPr>
        </p:nvSpPr>
        <p:spPr>
          <a:xfrm>
            <a:off x="8440475" y="3623125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914" name="Google Shape;914;p93"/>
          <p:cNvSpPr txBox="1"/>
          <p:nvPr>
            <p:ph idx="22" type="subTitle"/>
          </p:nvPr>
        </p:nvSpPr>
        <p:spPr>
          <a:xfrm>
            <a:off x="8440475" y="4140788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915" name="Google Shape;915;p93"/>
          <p:cNvSpPr txBox="1"/>
          <p:nvPr>
            <p:ph idx="23" type="subTitle"/>
          </p:nvPr>
        </p:nvSpPr>
        <p:spPr>
          <a:xfrm>
            <a:off x="8440475" y="4655500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916" name="Google Shape;916;p93"/>
          <p:cNvSpPr txBox="1"/>
          <p:nvPr>
            <p:ph type="title"/>
          </p:nvPr>
        </p:nvSpPr>
        <p:spPr>
          <a:xfrm>
            <a:off x="594025" y="184702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Folder Orange">
  <p:cSld name="CUSTOM_1"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94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919" name="Google Shape;919;p94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920" name="Google Shape;920;p94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21" name="Google Shape;921;p94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922" name="Google Shape;922;p94"/>
          <p:cNvSpPr txBox="1"/>
          <p:nvPr>
            <p:ph idx="4" type="subTitle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923" name="Google Shape;923;p94"/>
          <p:cNvSpPr txBox="1"/>
          <p:nvPr>
            <p:ph type="title"/>
          </p:nvPr>
        </p:nvSpPr>
        <p:spPr>
          <a:xfrm>
            <a:off x="1399000" y="2328176"/>
            <a:ext cx="6881700" cy="7815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Font typeface="Hanken Grotesk Light"/>
              <a:buNone/>
              <a:defRPr sz="4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24" name="Google Shape;924;p94"/>
          <p:cNvSpPr txBox="1"/>
          <p:nvPr>
            <p:ph idx="5" type="title"/>
          </p:nvPr>
        </p:nvSpPr>
        <p:spPr>
          <a:xfrm>
            <a:off x="1399000" y="3779000"/>
            <a:ext cx="6881700" cy="7740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Font typeface="Hanken Grotesk Light"/>
              <a:buNone/>
              <a:defRPr sz="4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25" name="Google Shape;925;p94"/>
          <p:cNvSpPr txBox="1"/>
          <p:nvPr>
            <p:ph idx="6" type="title"/>
          </p:nvPr>
        </p:nvSpPr>
        <p:spPr>
          <a:xfrm>
            <a:off x="1399000" y="858998"/>
            <a:ext cx="6881700" cy="7815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Font typeface="Hanken Grotesk Light"/>
              <a:buNone/>
              <a:defRPr sz="4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26" name="Google Shape;926;p94"/>
          <p:cNvSpPr/>
          <p:nvPr/>
        </p:nvSpPr>
        <p:spPr>
          <a:xfrm>
            <a:off x="1399001" y="4559050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27" name="Google Shape;927;p94"/>
          <p:cNvSpPr/>
          <p:nvPr/>
        </p:nvSpPr>
        <p:spPr>
          <a:xfrm>
            <a:off x="1399026" y="3106187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28" name="Google Shape;928;p94"/>
          <p:cNvSpPr/>
          <p:nvPr/>
        </p:nvSpPr>
        <p:spPr>
          <a:xfrm>
            <a:off x="1399001" y="1640387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29" name="Google Shape;929;p94"/>
          <p:cNvSpPr txBox="1"/>
          <p:nvPr>
            <p:ph idx="7" type="title"/>
          </p:nvPr>
        </p:nvSpPr>
        <p:spPr>
          <a:xfrm>
            <a:off x="1552450" y="3144818"/>
            <a:ext cx="1133400" cy="176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930" name="Google Shape;930;p94"/>
          <p:cNvSpPr txBox="1"/>
          <p:nvPr>
            <p:ph idx="8" type="title"/>
          </p:nvPr>
        </p:nvSpPr>
        <p:spPr>
          <a:xfrm>
            <a:off x="1552450" y="4601474"/>
            <a:ext cx="1133400" cy="176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931" name="Google Shape;931;p94"/>
          <p:cNvSpPr txBox="1"/>
          <p:nvPr>
            <p:ph idx="9" type="title"/>
          </p:nvPr>
        </p:nvSpPr>
        <p:spPr>
          <a:xfrm>
            <a:off x="1552450" y="1678277"/>
            <a:ext cx="1133400" cy="176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932" name="Google Shape;932;p94"/>
          <p:cNvSpPr/>
          <p:nvPr>
            <p:ph idx="13" type="pic"/>
          </p:nvPr>
        </p:nvSpPr>
        <p:spPr>
          <a:xfrm>
            <a:off x="325850" y="928525"/>
            <a:ext cx="930900" cy="930900"/>
          </a:xfrm>
          <a:prstGeom prst="roundRect">
            <a:avLst>
              <a:gd fmla="val 12343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933" name="Google Shape;933;p94"/>
          <p:cNvSpPr/>
          <p:nvPr>
            <p:ph idx="14" type="pic"/>
          </p:nvPr>
        </p:nvSpPr>
        <p:spPr>
          <a:xfrm>
            <a:off x="325850" y="2396325"/>
            <a:ext cx="930900" cy="930900"/>
          </a:xfrm>
          <a:prstGeom prst="roundRect">
            <a:avLst>
              <a:gd fmla="val 12343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934" name="Google Shape;934;p94"/>
          <p:cNvSpPr/>
          <p:nvPr>
            <p:ph idx="15" type="pic"/>
          </p:nvPr>
        </p:nvSpPr>
        <p:spPr>
          <a:xfrm>
            <a:off x="325850" y="3849175"/>
            <a:ext cx="930900" cy="930900"/>
          </a:xfrm>
          <a:prstGeom prst="roundRect">
            <a:avLst>
              <a:gd fmla="val 12343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935" name="Google Shape;935;p94"/>
          <p:cNvSpPr txBox="1"/>
          <p:nvPr>
            <p:ph idx="16" type="body"/>
          </p:nvPr>
        </p:nvSpPr>
        <p:spPr>
          <a:xfrm>
            <a:off x="3060150" y="1598250"/>
            <a:ext cx="5311800" cy="403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36" name="Google Shape;936;p94"/>
          <p:cNvSpPr txBox="1"/>
          <p:nvPr>
            <p:ph idx="17" type="body"/>
          </p:nvPr>
        </p:nvSpPr>
        <p:spPr>
          <a:xfrm>
            <a:off x="3060150" y="3108200"/>
            <a:ext cx="5311800" cy="403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37" name="Google Shape;937;p94"/>
          <p:cNvSpPr txBox="1"/>
          <p:nvPr>
            <p:ph idx="18" type="body"/>
          </p:nvPr>
        </p:nvSpPr>
        <p:spPr>
          <a:xfrm>
            <a:off x="3060150" y="4553025"/>
            <a:ext cx="5311800" cy="403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Folder Orange 2">
  <p:cSld name="CUSTOM_1_2"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95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40" name="Google Shape;940;p95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941" name="Google Shape;941;p95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942" name="Google Shape;942;p95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943" name="Google Shape;943;p95"/>
          <p:cNvSpPr txBox="1"/>
          <p:nvPr>
            <p:ph idx="4" type="subTitle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944" name="Google Shape;944;p95"/>
          <p:cNvSpPr txBox="1"/>
          <p:nvPr>
            <p:ph type="title"/>
          </p:nvPr>
        </p:nvSpPr>
        <p:spPr>
          <a:xfrm>
            <a:off x="596525" y="753331"/>
            <a:ext cx="7062000" cy="855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45" name="Google Shape;945;p95"/>
          <p:cNvSpPr txBox="1"/>
          <p:nvPr>
            <p:ph idx="5" type="title"/>
          </p:nvPr>
        </p:nvSpPr>
        <p:spPr>
          <a:xfrm>
            <a:off x="1279000" y="2812875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46" name="Google Shape;946;p95"/>
          <p:cNvSpPr txBox="1"/>
          <p:nvPr>
            <p:ph idx="6" type="title"/>
          </p:nvPr>
        </p:nvSpPr>
        <p:spPr>
          <a:xfrm>
            <a:off x="1279000" y="3854630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47" name="Google Shape;947;p95"/>
          <p:cNvSpPr txBox="1"/>
          <p:nvPr>
            <p:ph idx="7" type="title"/>
          </p:nvPr>
        </p:nvSpPr>
        <p:spPr>
          <a:xfrm>
            <a:off x="4917850" y="1749478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48" name="Google Shape;948;p95"/>
          <p:cNvSpPr txBox="1"/>
          <p:nvPr>
            <p:ph idx="8" type="title"/>
          </p:nvPr>
        </p:nvSpPr>
        <p:spPr>
          <a:xfrm>
            <a:off x="4917850" y="3854630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49" name="Google Shape;949;p95"/>
          <p:cNvSpPr txBox="1"/>
          <p:nvPr>
            <p:ph idx="9" type="title"/>
          </p:nvPr>
        </p:nvSpPr>
        <p:spPr>
          <a:xfrm>
            <a:off x="4925175" y="2812875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50" name="Google Shape;950;p95"/>
          <p:cNvSpPr/>
          <p:nvPr>
            <p:ph idx="13" type="pic"/>
          </p:nvPr>
        </p:nvSpPr>
        <p:spPr>
          <a:xfrm>
            <a:off x="4021150" y="16905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951" name="Google Shape;951;p95"/>
          <p:cNvSpPr/>
          <p:nvPr>
            <p:ph idx="14" type="pic"/>
          </p:nvPr>
        </p:nvSpPr>
        <p:spPr>
          <a:xfrm>
            <a:off x="4021150" y="27383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952" name="Google Shape;952;p95"/>
          <p:cNvSpPr/>
          <p:nvPr>
            <p:ph idx="15" type="pic"/>
          </p:nvPr>
        </p:nvSpPr>
        <p:spPr>
          <a:xfrm>
            <a:off x="4021150" y="3789600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953" name="Google Shape;953;p95"/>
          <p:cNvSpPr/>
          <p:nvPr>
            <p:ph idx="16" type="pic"/>
          </p:nvPr>
        </p:nvSpPr>
        <p:spPr>
          <a:xfrm>
            <a:off x="377300" y="16905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954" name="Google Shape;954;p95"/>
          <p:cNvSpPr/>
          <p:nvPr>
            <p:ph idx="17" type="pic"/>
          </p:nvPr>
        </p:nvSpPr>
        <p:spPr>
          <a:xfrm>
            <a:off x="377300" y="27383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955" name="Google Shape;955;p95"/>
          <p:cNvSpPr/>
          <p:nvPr>
            <p:ph idx="18" type="pic"/>
          </p:nvPr>
        </p:nvSpPr>
        <p:spPr>
          <a:xfrm>
            <a:off x="377300" y="3789600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956" name="Google Shape;956;p95"/>
          <p:cNvSpPr txBox="1"/>
          <p:nvPr>
            <p:ph idx="19" type="title"/>
          </p:nvPr>
        </p:nvSpPr>
        <p:spPr>
          <a:xfrm>
            <a:off x="1279000" y="1749478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57" name="Google Shape;957;p95"/>
          <p:cNvSpPr txBox="1"/>
          <p:nvPr>
            <p:ph idx="20" type="body"/>
          </p:nvPr>
        </p:nvSpPr>
        <p:spPr>
          <a:xfrm>
            <a:off x="1279000" y="2100550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58" name="Google Shape;958;p95"/>
          <p:cNvSpPr txBox="1"/>
          <p:nvPr>
            <p:ph idx="21" type="body"/>
          </p:nvPr>
        </p:nvSpPr>
        <p:spPr>
          <a:xfrm>
            <a:off x="1279000" y="4205800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59" name="Google Shape;959;p95"/>
          <p:cNvSpPr txBox="1"/>
          <p:nvPr>
            <p:ph idx="22" type="body"/>
          </p:nvPr>
        </p:nvSpPr>
        <p:spPr>
          <a:xfrm>
            <a:off x="1279000" y="3164025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60" name="Google Shape;960;p95"/>
          <p:cNvSpPr txBox="1"/>
          <p:nvPr>
            <p:ph idx="23" type="body"/>
          </p:nvPr>
        </p:nvSpPr>
        <p:spPr>
          <a:xfrm>
            <a:off x="4917850" y="2100550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61" name="Google Shape;961;p95"/>
          <p:cNvSpPr txBox="1"/>
          <p:nvPr>
            <p:ph idx="24" type="body"/>
          </p:nvPr>
        </p:nvSpPr>
        <p:spPr>
          <a:xfrm>
            <a:off x="4917850" y="4205800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62" name="Google Shape;962;p95"/>
          <p:cNvSpPr txBox="1"/>
          <p:nvPr>
            <p:ph idx="25" type="body"/>
          </p:nvPr>
        </p:nvSpPr>
        <p:spPr>
          <a:xfrm>
            <a:off x="4917850" y="3164025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Folder">
  <p:cSld name="BLANK_1_1_1_1">
    <p:bg>
      <p:bgPr>
        <a:solidFill>
          <a:schemeClr val="dk2"/>
        </a:solidFill>
      </p:bgPr>
    </p:bg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4" name="Google Shape;964;p96"/>
          <p:cNvGrpSpPr/>
          <p:nvPr/>
        </p:nvGrpSpPr>
        <p:grpSpPr>
          <a:xfrm>
            <a:off x="228600" y="210088"/>
            <a:ext cx="8686800" cy="4676475"/>
            <a:chOff x="228600" y="210088"/>
            <a:chExt cx="8686800" cy="4676475"/>
          </a:xfrm>
        </p:grpSpPr>
        <p:sp>
          <p:nvSpPr>
            <p:cNvPr id="965" name="Google Shape;965;p96"/>
            <p:cNvSpPr/>
            <p:nvPr/>
          </p:nvSpPr>
          <p:spPr>
            <a:xfrm>
              <a:off x="228600" y="566563"/>
              <a:ext cx="8686800" cy="4320000"/>
            </a:xfrm>
            <a:prstGeom prst="roundRect">
              <a:avLst>
                <a:gd fmla="val 5406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 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966" name="Google Shape;966;p96"/>
            <p:cNvSpPr/>
            <p:nvPr/>
          </p:nvSpPr>
          <p:spPr>
            <a:xfrm>
              <a:off x="912237" y="210088"/>
              <a:ext cx="2245995" cy="360013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sp>
        <p:nvSpPr>
          <p:cNvPr id="967" name="Google Shape;967;p96"/>
          <p:cNvSpPr txBox="1"/>
          <p:nvPr>
            <p:ph idx="1" type="subTitle"/>
          </p:nvPr>
        </p:nvSpPr>
        <p:spPr>
          <a:xfrm>
            <a:off x="1224650" y="210100"/>
            <a:ext cx="1676700" cy="35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968" name="Google Shape;968;p96"/>
          <p:cNvSpPr txBox="1"/>
          <p:nvPr>
            <p:ph idx="2" type="body"/>
          </p:nvPr>
        </p:nvSpPr>
        <p:spPr>
          <a:xfrm>
            <a:off x="593775" y="3900525"/>
            <a:ext cx="4346700" cy="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b="1"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b="1"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b="1"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b="1"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b="1"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b="1"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b="1"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b="1"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b="1" sz="1200"/>
            </a:lvl9pPr>
          </a:lstStyle>
          <a:p/>
        </p:txBody>
      </p:sp>
      <p:sp>
        <p:nvSpPr>
          <p:cNvPr id="969" name="Google Shape;969;p96"/>
          <p:cNvSpPr txBox="1"/>
          <p:nvPr>
            <p:ph type="title"/>
          </p:nvPr>
        </p:nvSpPr>
        <p:spPr>
          <a:xfrm>
            <a:off x="593775" y="984700"/>
            <a:ext cx="7948200" cy="22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7_1_1_1_1_1_1_1_1_1_1_1_1_1_1_1_1_2"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p97"/>
          <p:cNvSpPr txBox="1"/>
          <p:nvPr>
            <p:ph type="title"/>
          </p:nvPr>
        </p:nvSpPr>
        <p:spPr>
          <a:xfrm>
            <a:off x="-2450" y="4759975"/>
            <a:ext cx="9150600" cy="383400"/>
          </a:xfrm>
          <a:prstGeom prst="rect">
            <a:avLst/>
          </a:prstGeom>
        </p:spPr>
        <p:txBody>
          <a:bodyPr anchorCtr="0" anchor="ctr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14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cxnSp>
        <p:nvCxnSpPr>
          <p:cNvPr id="972" name="Google Shape;972;p97"/>
          <p:cNvCxnSpPr/>
          <p:nvPr/>
        </p:nvCxnSpPr>
        <p:spPr>
          <a:xfrm rot="10800000">
            <a:off x="-2100" y="4759975"/>
            <a:ext cx="914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3" name="Google Shape;973;p97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974" name="Google Shape;974;p97"/>
          <p:cNvSpPr txBox="1"/>
          <p:nvPr>
            <p:ph idx="2" type="title"/>
          </p:nvPr>
        </p:nvSpPr>
        <p:spPr>
          <a:xfrm>
            <a:off x="850" y="1078988"/>
            <a:ext cx="9144000" cy="3598800"/>
          </a:xfrm>
          <a:prstGeom prst="rect">
            <a:avLst/>
          </a:prstGeom>
        </p:spPr>
        <p:txBody>
          <a:bodyPr anchorCtr="0" anchor="t" bIns="108000" lIns="252000" spcFirstLastPara="1" rIns="2520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75" name="Google Shape;975;p97"/>
          <p:cNvGrpSpPr/>
          <p:nvPr/>
        </p:nvGrpSpPr>
        <p:grpSpPr>
          <a:xfrm>
            <a:off x="1724267" y="547463"/>
            <a:ext cx="658200" cy="449397"/>
            <a:chOff x="2467317" y="547413"/>
            <a:chExt cx="658200" cy="449397"/>
          </a:xfrm>
        </p:grpSpPr>
        <p:sp>
          <p:nvSpPr>
            <p:cNvPr id="976" name="Google Shape;976;p97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977" name="Google Shape;977;p97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978" name="Google Shape;978;p97"/>
          <p:cNvGrpSpPr/>
          <p:nvPr/>
        </p:nvGrpSpPr>
        <p:grpSpPr>
          <a:xfrm>
            <a:off x="981142" y="547476"/>
            <a:ext cx="658200" cy="449397"/>
            <a:chOff x="2467317" y="547413"/>
            <a:chExt cx="658200" cy="449397"/>
          </a:xfrm>
        </p:grpSpPr>
        <p:sp>
          <p:nvSpPr>
            <p:cNvPr id="979" name="Google Shape;979;p97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980" name="Google Shape;980;p97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981" name="Google Shape;981;p97"/>
          <p:cNvGrpSpPr/>
          <p:nvPr/>
        </p:nvGrpSpPr>
        <p:grpSpPr>
          <a:xfrm>
            <a:off x="2467317" y="547413"/>
            <a:ext cx="658200" cy="449397"/>
            <a:chOff x="2467317" y="547413"/>
            <a:chExt cx="658200" cy="449397"/>
          </a:xfrm>
        </p:grpSpPr>
        <p:sp>
          <p:nvSpPr>
            <p:cNvPr id="982" name="Google Shape;982;p97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983" name="Google Shape;983;p97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984" name="Google Shape;984;p97"/>
          <p:cNvGrpSpPr/>
          <p:nvPr/>
        </p:nvGrpSpPr>
        <p:grpSpPr>
          <a:xfrm>
            <a:off x="238017" y="549426"/>
            <a:ext cx="658200" cy="449397"/>
            <a:chOff x="2467317" y="547413"/>
            <a:chExt cx="658200" cy="449397"/>
          </a:xfrm>
        </p:grpSpPr>
        <p:sp>
          <p:nvSpPr>
            <p:cNvPr id="985" name="Google Shape;985;p97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986" name="Google Shape;986;p97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Sections Grey">
  <p:cSld name="BLANK_1_1_1_1_1_1_1_1">
    <p:bg>
      <p:bgPr>
        <a:solidFill>
          <a:schemeClr val="dk2"/>
        </a:solidFill>
      </p:bgPr>
    </p:bg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98"/>
          <p:cNvSpPr txBox="1"/>
          <p:nvPr>
            <p:ph idx="1" type="body"/>
          </p:nvPr>
        </p:nvSpPr>
        <p:spPr>
          <a:xfrm>
            <a:off x="172350" y="1093875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989" name="Google Shape;989;p98"/>
          <p:cNvSpPr txBox="1"/>
          <p:nvPr>
            <p:ph idx="2" type="subTitle"/>
          </p:nvPr>
        </p:nvSpPr>
        <p:spPr>
          <a:xfrm>
            <a:off x="357425" y="2974373"/>
            <a:ext cx="2048400" cy="3906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0" name="Google Shape;990;p98"/>
          <p:cNvSpPr txBox="1"/>
          <p:nvPr>
            <p:ph idx="3" type="subTitle"/>
          </p:nvPr>
        </p:nvSpPr>
        <p:spPr>
          <a:xfrm>
            <a:off x="357425" y="718250"/>
            <a:ext cx="2048400" cy="378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9pPr>
          </a:lstStyle>
          <a:p/>
        </p:txBody>
      </p:sp>
      <p:sp>
        <p:nvSpPr>
          <p:cNvPr id="991" name="Google Shape;991;p98"/>
          <p:cNvSpPr txBox="1"/>
          <p:nvPr>
            <p:ph idx="4" type="body"/>
          </p:nvPr>
        </p:nvSpPr>
        <p:spPr>
          <a:xfrm>
            <a:off x="172350" y="3362406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992" name="Google Shape;992;p98"/>
          <p:cNvSpPr txBox="1"/>
          <p:nvPr>
            <p:ph idx="5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993" name="Google Shape;993;p98"/>
          <p:cNvSpPr txBox="1"/>
          <p:nvPr>
            <p:ph idx="6" type="subTitle"/>
          </p:nvPr>
        </p:nvSpPr>
        <p:spPr>
          <a:xfrm>
            <a:off x="4814750" y="717075"/>
            <a:ext cx="2048400" cy="378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9pPr>
          </a:lstStyle>
          <a:p/>
        </p:txBody>
      </p:sp>
      <p:sp>
        <p:nvSpPr>
          <p:cNvPr id="994" name="Google Shape;994;p98"/>
          <p:cNvSpPr txBox="1"/>
          <p:nvPr>
            <p:ph idx="7" type="body"/>
          </p:nvPr>
        </p:nvSpPr>
        <p:spPr>
          <a:xfrm>
            <a:off x="4629675" y="1092700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995" name="Google Shape;995;p98"/>
          <p:cNvSpPr txBox="1"/>
          <p:nvPr>
            <p:ph idx="8" type="subTitle"/>
          </p:nvPr>
        </p:nvSpPr>
        <p:spPr>
          <a:xfrm>
            <a:off x="4814750" y="3003375"/>
            <a:ext cx="2048400" cy="378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6" name="Google Shape;996;p98"/>
          <p:cNvSpPr txBox="1"/>
          <p:nvPr>
            <p:ph idx="9" type="body"/>
          </p:nvPr>
        </p:nvSpPr>
        <p:spPr>
          <a:xfrm>
            <a:off x="4629675" y="3379000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Data folders">
  <p:cSld name="CUSTOM_7_1_1_1_1_1_1_1_1_1_1_1_1_1_1_1_1_3"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p99"/>
          <p:cNvSpPr txBox="1"/>
          <p:nvPr>
            <p:ph type="title"/>
          </p:nvPr>
        </p:nvSpPr>
        <p:spPr>
          <a:xfrm>
            <a:off x="193900" y="1429900"/>
            <a:ext cx="2156700" cy="2670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999" name="Google Shape;999;p99"/>
          <p:cNvSpPr txBox="1"/>
          <p:nvPr>
            <p:ph idx="2" type="title"/>
          </p:nvPr>
        </p:nvSpPr>
        <p:spPr>
          <a:xfrm>
            <a:off x="193900" y="1769325"/>
            <a:ext cx="2156700" cy="267000"/>
          </a:xfrm>
          <a:prstGeom prst="rect">
            <a:avLst/>
          </a:prstGeom>
        </p:spPr>
        <p:txBody>
          <a:bodyPr anchorCtr="0" anchor="t" bIns="90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000" name="Google Shape;1000;p99"/>
          <p:cNvSpPr txBox="1"/>
          <p:nvPr>
            <p:ph idx="3" type="title"/>
          </p:nvPr>
        </p:nvSpPr>
        <p:spPr>
          <a:xfrm>
            <a:off x="2391238" y="1429900"/>
            <a:ext cx="2156700" cy="2670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001" name="Google Shape;1001;p99"/>
          <p:cNvSpPr txBox="1"/>
          <p:nvPr>
            <p:ph idx="4" type="title"/>
          </p:nvPr>
        </p:nvSpPr>
        <p:spPr>
          <a:xfrm>
            <a:off x="2391238" y="1769325"/>
            <a:ext cx="2156700" cy="267000"/>
          </a:xfrm>
          <a:prstGeom prst="rect">
            <a:avLst/>
          </a:prstGeom>
        </p:spPr>
        <p:txBody>
          <a:bodyPr anchorCtr="0" anchor="t" bIns="90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002" name="Google Shape;1002;p99"/>
          <p:cNvSpPr txBox="1"/>
          <p:nvPr>
            <p:ph idx="5" type="title"/>
          </p:nvPr>
        </p:nvSpPr>
        <p:spPr>
          <a:xfrm>
            <a:off x="4590375" y="1429900"/>
            <a:ext cx="2156700" cy="2670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003" name="Google Shape;1003;p99"/>
          <p:cNvSpPr txBox="1"/>
          <p:nvPr>
            <p:ph idx="6" type="title"/>
          </p:nvPr>
        </p:nvSpPr>
        <p:spPr>
          <a:xfrm>
            <a:off x="4590375" y="1769325"/>
            <a:ext cx="2156700" cy="267000"/>
          </a:xfrm>
          <a:prstGeom prst="rect">
            <a:avLst/>
          </a:prstGeom>
        </p:spPr>
        <p:txBody>
          <a:bodyPr anchorCtr="0" anchor="t" bIns="90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004" name="Google Shape;1004;p99"/>
          <p:cNvSpPr txBox="1"/>
          <p:nvPr>
            <p:ph idx="7" type="title"/>
          </p:nvPr>
        </p:nvSpPr>
        <p:spPr>
          <a:xfrm>
            <a:off x="6788925" y="1429900"/>
            <a:ext cx="2156700" cy="2670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005" name="Google Shape;1005;p99"/>
          <p:cNvSpPr txBox="1"/>
          <p:nvPr>
            <p:ph idx="8" type="title"/>
          </p:nvPr>
        </p:nvSpPr>
        <p:spPr>
          <a:xfrm>
            <a:off x="6788925" y="1769325"/>
            <a:ext cx="2156700" cy="267000"/>
          </a:xfrm>
          <a:prstGeom prst="rect">
            <a:avLst/>
          </a:prstGeom>
        </p:spPr>
        <p:txBody>
          <a:bodyPr anchorCtr="0" anchor="t" bIns="90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006" name="Google Shape;1006;p99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007" name="Google Shape;1007;p99"/>
          <p:cNvSpPr txBox="1"/>
          <p:nvPr>
            <p:ph idx="9" type="body"/>
          </p:nvPr>
        </p:nvSpPr>
        <p:spPr>
          <a:xfrm>
            <a:off x="192900" y="2164400"/>
            <a:ext cx="2156700" cy="18303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08" name="Google Shape;1008;p99"/>
          <p:cNvSpPr txBox="1"/>
          <p:nvPr>
            <p:ph idx="13" type="body"/>
          </p:nvPr>
        </p:nvSpPr>
        <p:spPr>
          <a:xfrm>
            <a:off x="2391200" y="2164400"/>
            <a:ext cx="2156700" cy="18303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09" name="Google Shape;1009;p99"/>
          <p:cNvSpPr txBox="1"/>
          <p:nvPr>
            <p:ph idx="14" type="body"/>
          </p:nvPr>
        </p:nvSpPr>
        <p:spPr>
          <a:xfrm>
            <a:off x="4590600" y="2164400"/>
            <a:ext cx="2156700" cy="18303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10" name="Google Shape;1010;p99"/>
          <p:cNvSpPr txBox="1"/>
          <p:nvPr>
            <p:ph idx="15" type="body"/>
          </p:nvPr>
        </p:nvSpPr>
        <p:spPr>
          <a:xfrm>
            <a:off x="6788900" y="2164400"/>
            <a:ext cx="2156700" cy="18303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Data Folders">
  <p:cSld name="CUSTOM_7_1_1_1_1_1_1_1_1_1_1_1_1_1_1_1_1_4"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p100"/>
          <p:cNvSpPr txBox="1"/>
          <p:nvPr>
            <p:ph type="title"/>
          </p:nvPr>
        </p:nvSpPr>
        <p:spPr>
          <a:xfrm>
            <a:off x="193900" y="795678"/>
            <a:ext cx="2856900" cy="267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013" name="Google Shape;1013;p100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014" name="Google Shape;1014;p100"/>
          <p:cNvSpPr txBox="1"/>
          <p:nvPr>
            <p:ph idx="2" type="title"/>
          </p:nvPr>
        </p:nvSpPr>
        <p:spPr>
          <a:xfrm>
            <a:off x="3141175" y="795678"/>
            <a:ext cx="2856900" cy="267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015" name="Google Shape;1015;p100"/>
          <p:cNvSpPr txBox="1"/>
          <p:nvPr>
            <p:ph idx="3" type="title"/>
          </p:nvPr>
        </p:nvSpPr>
        <p:spPr>
          <a:xfrm>
            <a:off x="6088450" y="795678"/>
            <a:ext cx="2856900" cy="267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016" name="Google Shape;1016;p100"/>
          <p:cNvSpPr txBox="1"/>
          <p:nvPr>
            <p:ph idx="4" type="body"/>
          </p:nvPr>
        </p:nvSpPr>
        <p:spPr>
          <a:xfrm>
            <a:off x="194075" y="1414925"/>
            <a:ext cx="2856900" cy="3548700"/>
          </a:xfrm>
          <a:prstGeom prst="rect">
            <a:avLst/>
          </a:prstGeom>
        </p:spPr>
        <p:txBody>
          <a:bodyPr anchorCtr="0" anchor="t" bIns="180000" lIns="180000" spcFirstLastPara="1" rIns="180000" wrap="square" tIns="27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17" name="Google Shape;1017;p100"/>
          <p:cNvSpPr txBox="1"/>
          <p:nvPr>
            <p:ph idx="5" type="body"/>
          </p:nvPr>
        </p:nvSpPr>
        <p:spPr>
          <a:xfrm>
            <a:off x="3140525" y="1414925"/>
            <a:ext cx="2856900" cy="3548700"/>
          </a:xfrm>
          <a:prstGeom prst="rect">
            <a:avLst/>
          </a:prstGeom>
        </p:spPr>
        <p:txBody>
          <a:bodyPr anchorCtr="0" anchor="t" bIns="180000" lIns="180000" spcFirstLastPara="1" rIns="180000" wrap="square" tIns="27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18" name="Google Shape;1018;p100"/>
          <p:cNvSpPr txBox="1"/>
          <p:nvPr>
            <p:ph idx="6" type="body"/>
          </p:nvPr>
        </p:nvSpPr>
        <p:spPr>
          <a:xfrm>
            <a:off x="6086975" y="1414925"/>
            <a:ext cx="2856900" cy="3548700"/>
          </a:xfrm>
          <a:prstGeom prst="rect">
            <a:avLst/>
          </a:prstGeom>
        </p:spPr>
        <p:txBody>
          <a:bodyPr anchorCtr="0" anchor="t" bIns="180000" lIns="180000" spcFirstLastPara="1" rIns="180000" wrap="square" tIns="27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">
  <p:cSld name="CUSTOM_7_1_1_1_1_1_1_1_1_1_1_1_1_1_1_1_1_5_2"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101"/>
          <p:cNvSpPr txBox="1"/>
          <p:nvPr>
            <p:ph type="title"/>
          </p:nvPr>
        </p:nvSpPr>
        <p:spPr>
          <a:xfrm>
            <a:off x="22600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021" name="Google Shape;1021;p101"/>
          <p:cNvSpPr txBox="1"/>
          <p:nvPr>
            <p:ph idx="2" type="title"/>
          </p:nvPr>
        </p:nvSpPr>
        <p:spPr>
          <a:xfrm>
            <a:off x="3325125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022" name="Google Shape;1022;p101"/>
          <p:cNvSpPr txBox="1"/>
          <p:nvPr>
            <p:ph idx="3" type="title"/>
          </p:nvPr>
        </p:nvSpPr>
        <p:spPr>
          <a:xfrm>
            <a:off x="227250" y="1277200"/>
            <a:ext cx="22827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023" name="Google Shape;1023;p101"/>
          <p:cNvSpPr txBox="1"/>
          <p:nvPr>
            <p:ph idx="4" type="title"/>
          </p:nvPr>
        </p:nvSpPr>
        <p:spPr>
          <a:xfrm>
            <a:off x="3324478" y="1277200"/>
            <a:ext cx="22809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024" name="Google Shape;1024;p101"/>
          <p:cNvSpPr txBox="1"/>
          <p:nvPr>
            <p:ph idx="5" type="title"/>
          </p:nvPr>
        </p:nvSpPr>
        <p:spPr>
          <a:xfrm>
            <a:off x="6421152" y="1277200"/>
            <a:ext cx="22791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025" name="Google Shape;1025;p101"/>
          <p:cNvSpPr txBox="1"/>
          <p:nvPr>
            <p:ph idx="6" type="title"/>
          </p:nvPr>
        </p:nvSpPr>
        <p:spPr>
          <a:xfrm>
            <a:off x="6421925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026" name="Google Shape;1026;p101"/>
          <p:cNvSpPr txBox="1"/>
          <p:nvPr>
            <p:ph idx="7" type="title"/>
          </p:nvPr>
        </p:nvSpPr>
        <p:spPr>
          <a:xfrm>
            <a:off x="226431" y="2709100"/>
            <a:ext cx="22827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027" name="Google Shape;1027;p101"/>
          <p:cNvSpPr txBox="1"/>
          <p:nvPr>
            <p:ph idx="8" type="title"/>
          </p:nvPr>
        </p:nvSpPr>
        <p:spPr>
          <a:xfrm>
            <a:off x="6419945" y="2709108"/>
            <a:ext cx="22791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028" name="Google Shape;1028;p101"/>
          <p:cNvSpPr txBox="1"/>
          <p:nvPr>
            <p:ph idx="9" type="title"/>
          </p:nvPr>
        </p:nvSpPr>
        <p:spPr>
          <a:xfrm>
            <a:off x="226000" y="3996225"/>
            <a:ext cx="22827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029" name="Google Shape;1029;p101"/>
          <p:cNvSpPr txBox="1"/>
          <p:nvPr>
            <p:ph idx="13" type="title"/>
          </p:nvPr>
        </p:nvSpPr>
        <p:spPr>
          <a:xfrm>
            <a:off x="3322675" y="3996228"/>
            <a:ext cx="22809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030" name="Google Shape;1030;p101"/>
          <p:cNvSpPr txBox="1"/>
          <p:nvPr>
            <p:ph idx="14" type="title"/>
          </p:nvPr>
        </p:nvSpPr>
        <p:spPr>
          <a:xfrm>
            <a:off x="6419350" y="3996228"/>
            <a:ext cx="22791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031" name="Google Shape;1031;p101"/>
          <p:cNvSpPr txBox="1"/>
          <p:nvPr>
            <p:ph idx="15" type="title"/>
          </p:nvPr>
        </p:nvSpPr>
        <p:spPr>
          <a:xfrm>
            <a:off x="587225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032" name="Google Shape;1032;p101"/>
          <p:cNvSpPr txBox="1"/>
          <p:nvPr>
            <p:ph idx="16" type="title"/>
          </p:nvPr>
        </p:nvSpPr>
        <p:spPr>
          <a:xfrm>
            <a:off x="3684488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033" name="Google Shape;1033;p101"/>
          <p:cNvSpPr txBox="1"/>
          <p:nvPr>
            <p:ph idx="17" type="title"/>
          </p:nvPr>
        </p:nvSpPr>
        <p:spPr>
          <a:xfrm>
            <a:off x="6781463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034" name="Google Shape;1034;p101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035" name="Google Shape;1035;p101"/>
          <p:cNvSpPr txBox="1"/>
          <p:nvPr>
            <p:ph idx="18" type="body"/>
          </p:nvPr>
        </p:nvSpPr>
        <p:spPr>
          <a:xfrm>
            <a:off x="226150" y="4230400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36" name="Google Shape;1036;p101"/>
          <p:cNvSpPr txBox="1"/>
          <p:nvPr>
            <p:ph idx="19" type="body"/>
          </p:nvPr>
        </p:nvSpPr>
        <p:spPr>
          <a:xfrm>
            <a:off x="3321928" y="423040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37" name="Google Shape;1037;p101"/>
          <p:cNvSpPr txBox="1"/>
          <p:nvPr>
            <p:ph idx="20" type="body"/>
          </p:nvPr>
        </p:nvSpPr>
        <p:spPr>
          <a:xfrm>
            <a:off x="6417703" y="423040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38" name="Google Shape;1038;p101"/>
          <p:cNvSpPr txBox="1"/>
          <p:nvPr>
            <p:ph idx="21" type="title"/>
          </p:nvPr>
        </p:nvSpPr>
        <p:spPr>
          <a:xfrm>
            <a:off x="3323270" y="2709108"/>
            <a:ext cx="22809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039" name="Google Shape;1039;p101"/>
          <p:cNvSpPr txBox="1"/>
          <p:nvPr>
            <p:ph idx="22" type="body"/>
          </p:nvPr>
        </p:nvSpPr>
        <p:spPr>
          <a:xfrm>
            <a:off x="226150" y="2943275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40" name="Google Shape;1040;p101"/>
          <p:cNvSpPr txBox="1"/>
          <p:nvPr>
            <p:ph idx="23" type="body"/>
          </p:nvPr>
        </p:nvSpPr>
        <p:spPr>
          <a:xfrm>
            <a:off x="3321928" y="294328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41" name="Google Shape;1041;p101"/>
          <p:cNvSpPr txBox="1"/>
          <p:nvPr>
            <p:ph idx="24" type="body"/>
          </p:nvPr>
        </p:nvSpPr>
        <p:spPr>
          <a:xfrm>
            <a:off x="6417703" y="294328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42" name="Google Shape;1042;p101"/>
          <p:cNvSpPr txBox="1"/>
          <p:nvPr>
            <p:ph idx="25" type="body"/>
          </p:nvPr>
        </p:nvSpPr>
        <p:spPr>
          <a:xfrm>
            <a:off x="226150" y="1511375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43" name="Google Shape;1043;p101"/>
          <p:cNvSpPr txBox="1"/>
          <p:nvPr>
            <p:ph idx="26" type="body"/>
          </p:nvPr>
        </p:nvSpPr>
        <p:spPr>
          <a:xfrm>
            <a:off x="3321928" y="1511374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44" name="Google Shape;1044;p101"/>
          <p:cNvSpPr txBox="1"/>
          <p:nvPr>
            <p:ph idx="27" type="body"/>
          </p:nvPr>
        </p:nvSpPr>
        <p:spPr>
          <a:xfrm>
            <a:off x="6417703" y="1511374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image ">
  <p:cSld name="CUSTOM_7_1_1_1_1_1_1_1_1_1_1_1_1_1_1_1_1_5_1"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p102"/>
          <p:cNvSpPr txBox="1"/>
          <p:nvPr>
            <p:ph type="title"/>
          </p:nvPr>
        </p:nvSpPr>
        <p:spPr>
          <a:xfrm>
            <a:off x="2005725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047" name="Google Shape;1047;p102"/>
          <p:cNvSpPr txBox="1"/>
          <p:nvPr>
            <p:ph idx="2" type="title"/>
          </p:nvPr>
        </p:nvSpPr>
        <p:spPr>
          <a:xfrm>
            <a:off x="378325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048" name="Google Shape;1048;p102"/>
          <p:cNvSpPr txBox="1"/>
          <p:nvPr>
            <p:ph idx="3" type="title"/>
          </p:nvPr>
        </p:nvSpPr>
        <p:spPr>
          <a:xfrm>
            <a:off x="556050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049" name="Google Shape;1049;p102"/>
          <p:cNvSpPr txBox="1"/>
          <p:nvPr>
            <p:ph idx="4" type="title"/>
          </p:nvPr>
        </p:nvSpPr>
        <p:spPr>
          <a:xfrm>
            <a:off x="733775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050" name="Google Shape;1050;p102"/>
          <p:cNvSpPr txBox="1"/>
          <p:nvPr>
            <p:ph idx="5" type="title"/>
          </p:nvPr>
        </p:nvSpPr>
        <p:spPr>
          <a:xfrm>
            <a:off x="22600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051" name="Google Shape;1051;p102"/>
          <p:cNvSpPr txBox="1"/>
          <p:nvPr>
            <p:ph idx="6" type="title"/>
          </p:nvPr>
        </p:nvSpPr>
        <p:spPr>
          <a:xfrm>
            <a:off x="227250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052" name="Google Shape;1052;p102"/>
          <p:cNvSpPr txBox="1"/>
          <p:nvPr>
            <p:ph idx="7" type="title"/>
          </p:nvPr>
        </p:nvSpPr>
        <p:spPr>
          <a:xfrm>
            <a:off x="2004525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053" name="Google Shape;1053;p102"/>
          <p:cNvSpPr txBox="1"/>
          <p:nvPr>
            <p:ph idx="8" type="title"/>
          </p:nvPr>
        </p:nvSpPr>
        <p:spPr>
          <a:xfrm>
            <a:off x="3781925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054" name="Google Shape;1054;p102"/>
          <p:cNvSpPr txBox="1"/>
          <p:nvPr>
            <p:ph idx="9" type="title"/>
          </p:nvPr>
        </p:nvSpPr>
        <p:spPr>
          <a:xfrm>
            <a:off x="5559300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055" name="Google Shape;1055;p102"/>
          <p:cNvSpPr txBox="1"/>
          <p:nvPr>
            <p:ph idx="13" type="title"/>
          </p:nvPr>
        </p:nvSpPr>
        <p:spPr>
          <a:xfrm>
            <a:off x="7337425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056" name="Google Shape;1056;p102"/>
          <p:cNvSpPr txBox="1"/>
          <p:nvPr>
            <p:ph idx="14" type="title"/>
          </p:nvPr>
        </p:nvSpPr>
        <p:spPr>
          <a:xfrm>
            <a:off x="226425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057" name="Google Shape;1057;p102"/>
          <p:cNvSpPr txBox="1"/>
          <p:nvPr>
            <p:ph idx="15" type="title"/>
          </p:nvPr>
        </p:nvSpPr>
        <p:spPr>
          <a:xfrm>
            <a:off x="2003700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058" name="Google Shape;1058;p102"/>
          <p:cNvSpPr txBox="1"/>
          <p:nvPr>
            <p:ph idx="16" type="title"/>
          </p:nvPr>
        </p:nvSpPr>
        <p:spPr>
          <a:xfrm>
            <a:off x="3781100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059" name="Google Shape;1059;p102"/>
          <p:cNvSpPr txBox="1"/>
          <p:nvPr>
            <p:ph idx="17" type="title"/>
          </p:nvPr>
        </p:nvSpPr>
        <p:spPr>
          <a:xfrm>
            <a:off x="5558475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060" name="Google Shape;1060;p102"/>
          <p:cNvSpPr txBox="1"/>
          <p:nvPr>
            <p:ph idx="18" type="title"/>
          </p:nvPr>
        </p:nvSpPr>
        <p:spPr>
          <a:xfrm>
            <a:off x="7336600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061" name="Google Shape;1061;p102"/>
          <p:cNvSpPr txBox="1"/>
          <p:nvPr>
            <p:ph idx="19" type="title"/>
          </p:nvPr>
        </p:nvSpPr>
        <p:spPr>
          <a:xfrm>
            <a:off x="587225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062" name="Google Shape;1062;p102"/>
          <p:cNvSpPr txBox="1"/>
          <p:nvPr>
            <p:ph idx="20" type="title"/>
          </p:nvPr>
        </p:nvSpPr>
        <p:spPr>
          <a:xfrm>
            <a:off x="2365088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063" name="Google Shape;1063;p102"/>
          <p:cNvSpPr txBox="1"/>
          <p:nvPr>
            <p:ph idx="21" type="title"/>
          </p:nvPr>
        </p:nvSpPr>
        <p:spPr>
          <a:xfrm>
            <a:off x="4142788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064" name="Google Shape;1064;p102"/>
          <p:cNvSpPr txBox="1"/>
          <p:nvPr>
            <p:ph idx="22" type="title"/>
          </p:nvPr>
        </p:nvSpPr>
        <p:spPr>
          <a:xfrm>
            <a:off x="5921000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065" name="Google Shape;1065;p102"/>
          <p:cNvSpPr txBox="1"/>
          <p:nvPr>
            <p:ph idx="23" type="title"/>
          </p:nvPr>
        </p:nvSpPr>
        <p:spPr>
          <a:xfrm>
            <a:off x="7699213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066" name="Google Shape;1066;p102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067" name="Google Shape;1067;p102"/>
          <p:cNvSpPr/>
          <p:nvPr>
            <p:ph idx="24" type="pic"/>
          </p:nvPr>
        </p:nvSpPr>
        <p:spPr>
          <a:xfrm>
            <a:off x="229025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1068" name="Google Shape;1068;p102"/>
          <p:cNvSpPr/>
          <p:nvPr>
            <p:ph idx="25" type="pic"/>
          </p:nvPr>
        </p:nvSpPr>
        <p:spPr>
          <a:xfrm>
            <a:off x="2005675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1069" name="Google Shape;1069;p102"/>
          <p:cNvSpPr/>
          <p:nvPr>
            <p:ph idx="26" type="pic"/>
          </p:nvPr>
        </p:nvSpPr>
        <p:spPr>
          <a:xfrm>
            <a:off x="3784263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1070" name="Google Shape;1070;p102"/>
          <p:cNvSpPr/>
          <p:nvPr>
            <p:ph idx="27" type="pic"/>
          </p:nvPr>
        </p:nvSpPr>
        <p:spPr>
          <a:xfrm>
            <a:off x="5560913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1071" name="Google Shape;1071;p102"/>
          <p:cNvSpPr/>
          <p:nvPr>
            <p:ph idx="28" type="pic"/>
          </p:nvPr>
        </p:nvSpPr>
        <p:spPr>
          <a:xfrm>
            <a:off x="7337563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1072" name="Google Shape;1072;p102"/>
          <p:cNvSpPr txBox="1"/>
          <p:nvPr>
            <p:ph idx="29" type="body"/>
          </p:nvPr>
        </p:nvSpPr>
        <p:spPr>
          <a:xfrm>
            <a:off x="7337076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73" name="Google Shape;1073;p102"/>
          <p:cNvSpPr txBox="1"/>
          <p:nvPr>
            <p:ph idx="30" type="body"/>
          </p:nvPr>
        </p:nvSpPr>
        <p:spPr>
          <a:xfrm>
            <a:off x="5559688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74" name="Google Shape;1074;p102"/>
          <p:cNvSpPr txBox="1"/>
          <p:nvPr>
            <p:ph idx="31" type="body"/>
          </p:nvPr>
        </p:nvSpPr>
        <p:spPr>
          <a:xfrm>
            <a:off x="3782188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75" name="Google Shape;1075;p102"/>
          <p:cNvSpPr txBox="1"/>
          <p:nvPr>
            <p:ph idx="32" type="body"/>
          </p:nvPr>
        </p:nvSpPr>
        <p:spPr>
          <a:xfrm>
            <a:off x="2005163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76" name="Google Shape;1076;p102"/>
          <p:cNvSpPr txBox="1"/>
          <p:nvPr>
            <p:ph idx="33" type="body"/>
          </p:nvPr>
        </p:nvSpPr>
        <p:spPr>
          <a:xfrm>
            <a:off x="226738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77" name="Google Shape;1077;p102"/>
          <p:cNvSpPr txBox="1"/>
          <p:nvPr>
            <p:ph idx="34" type="body"/>
          </p:nvPr>
        </p:nvSpPr>
        <p:spPr>
          <a:xfrm>
            <a:off x="7339448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78" name="Google Shape;1078;p102"/>
          <p:cNvSpPr txBox="1"/>
          <p:nvPr>
            <p:ph idx="35" type="body"/>
          </p:nvPr>
        </p:nvSpPr>
        <p:spPr>
          <a:xfrm>
            <a:off x="5562058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79" name="Google Shape;1079;p102"/>
          <p:cNvSpPr txBox="1"/>
          <p:nvPr>
            <p:ph idx="36" type="body"/>
          </p:nvPr>
        </p:nvSpPr>
        <p:spPr>
          <a:xfrm>
            <a:off x="3784555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80" name="Google Shape;1080;p102"/>
          <p:cNvSpPr txBox="1"/>
          <p:nvPr>
            <p:ph idx="37" type="body"/>
          </p:nvPr>
        </p:nvSpPr>
        <p:spPr>
          <a:xfrm>
            <a:off x="2007528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81" name="Google Shape;1081;p102"/>
          <p:cNvSpPr txBox="1"/>
          <p:nvPr>
            <p:ph idx="38" type="body"/>
          </p:nvPr>
        </p:nvSpPr>
        <p:spPr>
          <a:xfrm>
            <a:off x="229100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">
  <p:cSld name="CUSTOM_1_1_1"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p103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84" name="Google Shape;1084;p103"/>
          <p:cNvSpPr txBox="1"/>
          <p:nvPr>
            <p:ph type="title"/>
          </p:nvPr>
        </p:nvSpPr>
        <p:spPr>
          <a:xfrm>
            <a:off x="4228867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085" name="Google Shape;1085;p103"/>
          <p:cNvSpPr txBox="1"/>
          <p:nvPr>
            <p:ph idx="2"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086" name="Google Shape;1086;p103"/>
          <p:cNvSpPr txBox="1"/>
          <p:nvPr>
            <p:ph idx="3" type="title"/>
          </p:nvPr>
        </p:nvSpPr>
        <p:spPr>
          <a:xfrm>
            <a:off x="1314610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087" name="Google Shape;1087;p103"/>
          <p:cNvSpPr txBox="1"/>
          <p:nvPr>
            <p:ph idx="4" type="title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088" name="Google Shape;1088;p103"/>
          <p:cNvSpPr txBox="1"/>
          <p:nvPr>
            <p:ph idx="5" type="title"/>
          </p:nvPr>
        </p:nvSpPr>
        <p:spPr>
          <a:xfrm>
            <a:off x="596525" y="753313"/>
            <a:ext cx="7062000" cy="615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9" name="Google Shape;1089;p103"/>
          <p:cNvSpPr txBox="1"/>
          <p:nvPr>
            <p:ph idx="1" type="subTitle"/>
          </p:nvPr>
        </p:nvSpPr>
        <p:spPr>
          <a:xfrm>
            <a:off x="1950863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0" name="Google Shape;1090;p103"/>
          <p:cNvSpPr txBox="1"/>
          <p:nvPr>
            <p:ph idx="6" type="subTitle"/>
          </p:nvPr>
        </p:nvSpPr>
        <p:spPr>
          <a:xfrm>
            <a:off x="3726825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1" name="Google Shape;1091;p103"/>
          <p:cNvSpPr txBox="1"/>
          <p:nvPr>
            <p:ph idx="7" type="subTitle"/>
          </p:nvPr>
        </p:nvSpPr>
        <p:spPr>
          <a:xfrm>
            <a:off x="5503900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2" name="Google Shape;1092;p103"/>
          <p:cNvSpPr txBox="1"/>
          <p:nvPr>
            <p:ph idx="8" type="subTitle"/>
          </p:nvPr>
        </p:nvSpPr>
        <p:spPr>
          <a:xfrm>
            <a:off x="7282625" y="1724120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3" name="Google Shape;1093;p103"/>
          <p:cNvSpPr txBox="1"/>
          <p:nvPr>
            <p:ph idx="9" type="subTitle"/>
          </p:nvPr>
        </p:nvSpPr>
        <p:spPr>
          <a:xfrm>
            <a:off x="337750" y="420722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1094" name="Google Shape;1094;p103"/>
          <p:cNvSpPr txBox="1"/>
          <p:nvPr>
            <p:ph idx="13" type="subTitle"/>
          </p:nvPr>
        </p:nvSpPr>
        <p:spPr>
          <a:xfrm>
            <a:off x="337750" y="37373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1095" name="Google Shape;1095;p103"/>
          <p:cNvSpPr txBox="1"/>
          <p:nvPr>
            <p:ph idx="14" type="subTitle"/>
          </p:nvPr>
        </p:nvSpPr>
        <p:spPr>
          <a:xfrm>
            <a:off x="337750" y="32477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1096" name="Google Shape;1096;p103"/>
          <p:cNvSpPr txBox="1"/>
          <p:nvPr>
            <p:ph idx="15" type="subTitle"/>
          </p:nvPr>
        </p:nvSpPr>
        <p:spPr>
          <a:xfrm>
            <a:off x="337750" y="27581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1097" name="Google Shape;1097;p103"/>
          <p:cNvSpPr txBox="1"/>
          <p:nvPr>
            <p:ph idx="16" type="subTitle"/>
          </p:nvPr>
        </p:nvSpPr>
        <p:spPr>
          <a:xfrm>
            <a:off x="337750" y="22685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1098" name="Google Shape;1098;p103"/>
          <p:cNvSpPr txBox="1"/>
          <p:nvPr>
            <p:ph idx="17" type="body"/>
          </p:nvPr>
        </p:nvSpPr>
        <p:spPr>
          <a:xfrm>
            <a:off x="7279013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99" name="Google Shape;1099;p103"/>
          <p:cNvSpPr txBox="1"/>
          <p:nvPr>
            <p:ph idx="18" type="body"/>
          </p:nvPr>
        </p:nvSpPr>
        <p:spPr>
          <a:xfrm>
            <a:off x="7279013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00" name="Google Shape;1100;p103"/>
          <p:cNvSpPr txBox="1"/>
          <p:nvPr>
            <p:ph idx="19" type="body"/>
          </p:nvPr>
        </p:nvSpPr>
        <p:spPr>
          <a:xfrm>
            <a:off x="7279013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01" name="Google Shape;1101;p103"/>
          <p:cNvSpPr txBox="1"/>
          <p:nvPr>
            <p:ph idx="20" type="body"/>
          </p:nvPr>
        </p:nvSpPr>
        <p:spPr>
          <a:xfrm>
            <a:off x="7279013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02" name="Google Shape;1102;p103"/>
          <p:cNvSpPr txBox="1"/>
          <p:nvPr>
            <p:ph idx="21" type="body"/>
          </p:nvPr>
        </p:nvSpPr>
        <p:spPr>
          <a:xfrm>
            <a:off x="7279013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03" name="Google Shape;1103;p103"/>
          <p:cNvSpPr txBox="1"/>
          <p:nvPr>
            <p:ph idx="22" type="body"/>
          </p:nvPr>
        </p:nvSpPr>
        <p:spPr>
          <a:xfrm>
            <a:off x="5503913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04" name="Google Shape;1104;p103"/>
          <p:cNvSpPr txBox="1"/>
          <p:nvPr>
            <p:ph idx="23" type="body"/>
          </p:nvPr>
        </p:nvSpPr>
        <p:spPr>
          <a:xfrm>
            <a:off x="5503913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05" name="Google Shape;1105;p103"/>
          <p:cNvSpPr txBox="1"/>
          <p:nvPr>
            <p:ph idx="24" type="body"/>
          </p:nvPr>
        </p:nvSpPr>
        <p:spPr>
          <a:xfrm>
            <a:off x="5503913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06" name="Google Shape;1106;p103"/>
          <p:cNvSpPr txBox="1"/>
          <p:nvPr>
            <p:ph idx="25" type="body"/>
          </p:nvPr>
        </p:nvSpPr>
        <p:spPr>
          <a:xfrm>
            <a:off x="5503913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07" name="Google Shape;1107;p103"/>
          <p:cNvSpPr txBox="1"/>
          <p:nvPr>
            <p:ph idx="26" type="body"/>
          </p:nvPr>
        </p:nvSpPr>
        <p:spPr>
          <a:xfrm>
            <a:off x="5503913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08" name="Google Shape;1108;p103"/>
          <p:cNvSpPr txBox="1"/>
          <p:nvPr>
            <p:ph idx="27" type="body"/>
          </p:nvPr>
        </p:nvSpPr>
        <p:spPr>
          <a:xfrm>
            <a:off x="3722638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09" name="Google Shape;1109;p103"/>
          <p:cNvSpPr txBox="1"/>
          <p:nvPr>
            <p:ph idx="28" type="body"/>
          </p:nvPr>
        </p:nvSpPr>
        <p:spPr>
          <a:xfrm>
            <a:off x="3722638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10" name="Google Shape;1110;p103"/>
          <p:cNvSpPr txBox="1"/>
          <p:nvPr>
            <p:ph idx="29" type="body"/>
          </p:nvPr>
        </p:nvSpPr>
        <p:spPr>
          <a:xfrm>
            <a:off x="3722638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11" name="Google Shape;1111;p103"/>
          <p:cNvSpPr txBox="1"/>
          <p:nvPr>
            <p:ph idx="30" type="body"/>
          </p:nvPr>
        </p:nvSpPr>
        <p:spPr>
          <a:xfrm>
            <a:off x="3722638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12" name="Google Shape;1112;p103"/>
          <p:cNvSpPr txBox="1"/>
          <p:nvPr>
            <p:ph idx="31" type="body"/>
          </p:nvPr>
        </p:nvSpPr>
        <p:spPr>
          <a:xfrm>
            <a:off x="3722638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13" name="Google Shape;1113;p103"/>
          <p:cNvSpPr txBox="1"/>
          <p:nvPr>
            <p:ph idx="32" type="body"/>
          </p:nvPr>
        </p:nvSpPr>
        <p:spPr>
          <a:xfrm>
            <a:off x="1941375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14" name="Google Shape;1114;p103"/>
          <p:cNvSpPr txBox="1"/>
          <p:nvPr>
            <p:ph idx="33" type="body"/>
          </p:nvPr>
        </p:nvSpPr>
        <p:spPr>
          <a:xfrm>
            <a:off x="1941375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15" name="Google Shape;1115;p103"/>
          <p:cNvSpPr txBox="1"/>
          <p:nvPr>
            <p:ph idx="34" type="body"/>
          </p:nvPr>
        </p:nvSpPr>
        <p:spPr>
          <a:xfrm>
            <a:off x="1941375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16" name="Google Shape;1116;p103"/>
          <p:cNvSpPr txBox="1"/>
          <p:nvPr>
            <p:ph idx="35" type="body"/>
          </p:nvPr>
        </p:nvSpPr>
        <p:spPr>
          <a:xfrm>
            <a:off x="1941375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17" name="Google Shape;1117;p103"/>
          <p:cNvSpPr txBox="1"/>
          <p:nvPr>
            <p:ph idx="36" type="body"/>
          </p:nvPr>
        </p:nvSpPr>
        <p:spPr>
          <a:xfrm>
            <a:off x="1941375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 2">
  <p:cSld name="CUSTOM_1_1_1_3">
    <p:spTree>
      <p:nvGrpSpPr>
        <p:cNvPr id="1118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p104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120" name="Google Shape;1120;p104"/>
          <p:cNvSpPr txBox="1"/>
          <p:nvPr>
            <p:ph type="title"/>
          </p:nvPr>
        </p:nvSpPr>
        <p:spPr>
          <a:xfrm>
            <a:off x="4228867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121" name="Google Shape;1121;p104"/>
          <p:cNvSpPr txBox="1"/>
          <p:nvPr>
            <p:ph idx="2"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122" name="Google Shape;1122;p104"/>
          <p:cNvSpPr txBox="1"/>
          <p:nvPr>
            <p:ph idx="3" type="title"/>
          </p:nvPr>
        </p:nvSpPr>
        <p:spPr>
          <a:xfrm>
            <a:off x="1314610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123" name="Google Shape;1123;p104"/>
          <p:cNvSpPr txBox="1"/>
          <p:nvPr>
            <p:ph idx="4" type="title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124" name="Google Shape;1124;p104"/>
          <p:cNvSpPr txBox="1"/>
          <p:nvPr>
            <p:ph idx="1" type="body"/>
          </p:nvPr>
        </p:nvSpPr>
        <p:spPr>
          <a:xfrm>
            <a:off x="7279013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25" name="Google Shape;1125;p104"/>
          <p:cNvSpPr txBox="1"/>
          <p:nvPr>
            <p:ph idx="5" type="body"/>
          </p:nvPr>
        </p:nvSpPr>
        <p:spPr>
          <a:xfrm>
            <a:off x="7279013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26" name="Google Shape;1126;p104"/>
          <p:cNvSpPr txBox="1"/>
          <p:nvPr>
            <p:ph idx="6" type="body"/>
          </p:nvPr>
        </p:nvSpPr>
        <p:spPr>
          <a:xfrm>
            <a:off x="7279013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27" name="Google Shape;1127;p104"/>
          <p:cNvSpPr txBox="1"/>
          <p:nvPr>
            <p:ph idx="7" type="body"/>
          </p:nvPr>
        </p:nvSpPr>
        <p:spPr>
          <a:xfrm>
            <a:off x="7279013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28" name="Google Shape;1128;p104"/>
          <p:cNvSpPr txBox="1"/>
          <p:nvPr>
            <p:ph idx="8" type="body"/>
          </p:nvPr>
        </p:nvSpPr>
        <p:spPr>
          <a:xfrm>
            <a:off x="7279013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29" name="Google Shape;1129;p104"/>
          <p:cNvSpPr txBox="1"/>
          <p:nvPr>
            <p:ph idx="9" type="body"/>
          </p:nvPr>
        </p:nvSpPr>
        <p:spPr>
          <a:xfrm>
            <a:off x="5503913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30" name="Google Shape;1130;p104"/>
          <p:cNvSpPr txBox="1"/>
          <p:nvPr>
            <p:ph idx="13" type="body"/>
          </p:nvPr>
        </p:nvSpPr>
        <p:spPr>
          <a:xfrm>
            <a:off x="5503913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31" name="Google Shape;1131;p104"/>
          <p:cNvSpPr txBox="1"/>
          <p:nvPr>
            <p:ph idx="14" type="body"/>
          </p:nvPr>
        </p:nvSpPr>
        <p:spPr>
          <a:xfrm>
            <a:off x="5503913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32" name="Google Shape;1132;p104"/>
          <p:cNvSpPr txBox="1"/>
          <p:nvPr>
            <p:ph idx="15" type="body"/>
          </p:nvPr>
        </p:nvSpPr>
        <p:spPr>
          <a:xfrm>
            <a:off x="5503913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33" name="Google Shape;1133;p104"/>
          <p:cNvSpPr txBox="1"/>
          <p:nvPr>
            <p:ph idx="16" type="body"/>
          </p:nvPr>
        </p:nvSpPr>
        <p:spPr>
          <a:xfrm>
            <a:off x="5503913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34" name="Google Shape;1134;p104"/>
          <p:cNvSpPr txBox="1"/>
          <p:nvPr>
            <p:ph idx="17" type="body"/>
          </p:nvPr>
        </p:nvSpPr>
        <p:spPr>
          <a:xfrm>
            <a:off x="3722638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35" name="Google Shape;1135;p104"/>
          <p:cNvSpPr txBox="1"/>
          <p:nvPr>
            <p:ph idx="18" type="body"/>
          </p:nvPr>
        </p:nvSpPr>
        <p:spPr>
          <a:xfrm>
            <a:off x="3722638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36" name="Google Shape;1136;p104"/>
          <p:cNvSpPr txBox="1"/>
          <p:nvPr>
            <p:ph idx="19" type="body"/>
          </p:nvPr>
        </p:nvSpPr>
        <p:spPr>
          <a:xfrm>
            <a:off x="3722638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37" name="Google Shape;1137;p104"/>
          <p:cNvSpPr txBox="1"/>
          <p:nvPr>
            <p:ph idx="20" type="body"/>
          </p:nvPr>
        </p:nvSpPr>
        <p:spPr>
          <a:xfrm>
            <a:off x="3722638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38" name="Google Shape;1138;p104"/>
          <p:cNvSpPr txBox="1"/>
          <p:nvPr>
            <p:ph idx="21" type="body"/>
          </p:nvPr>
        </p:nvSpPr>
        <p:spPr>
          <a:xfrm>
            <a:off x="3722638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39" name="Google Shape;1139;p104"/>
          <p:cNvSpPr txBox="1"/>
          <p:nvPr>
            <p:ph idx="22" type="body"/>
          </p:nvPr>
        </p:nvSpPr>
        <p:spPr>
          <a:xfrm>
            <a:off x="1941375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40" name="Google Shape;1140;p104"/>
          <p:cNvSpPr txBox="1"/>
          <p:nvPr>
            <p:ph idx="23" type="body"/>
          </p:nvPr>
        </p:nvSpPr>
        <p:spPr>
          <a:xfrm>
            <a:off x="1941375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41" name="Google Shape;1141;p104"/>
          <p:cNvSpPr txBox="1"/>
          <p:nvPr>
            <p:ph idx="24" type="body"/>
          </p:nvPr>
        </p:nvSpPr>
        <p:spPr>
          <a:xfrm>
            <a:off x="1941375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42" name="Google Shape;1142;p104"/>
          <p:cNvSpPr txBox="1"/>
          <p:nvPr>
            <p:ph idx="25" type="body"/>
          </p:nvPr>
        </p:nvSpPr>
        <p:spPr>
          <a:xfrm>
            <a:off x="1941375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43" name="Google Shape;1143;p104"/>
          <p:cNvSpPr txBox="1"/>
          <p:nvPr>
            <p:ph idx="26" type="body"/>
          </p:nvPr>
        </p:nvSpPr>
        <p:spPr>
          <a:xfrm>
            <a:off x="1941375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44" name="Google Shape;1144;p104"/>
          <p:cNvSpPr txBox="1"/>
          <p:nvPr>
            <p:ph idx="27" type="subTitle"/>
          </p:nvPr>
        </p:nvSpPr>
        <p:spPr>
          <a:xfrm>
            <a:off x="7282625" y="1724120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5" name="Google Shape;1145;p104"/>
          <p:cNvSpPr txBox="1"/>
          <p:nvPr>
            <p:ph idx="28" type="subTitle"/>
          </p:nvPr>
        </p:nvSpPr>
        <p:spPr>
          <a:xfrm>
            <a:off x="337750" y="420722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1146" name="Google Shape;1146;p104"/>
          <p:cNvSpPr txBox="1"/>
          <p:nvPr>
            <p:ph idx="29" type="subTitle"/>
          </p:nvPr>
        </p:nvSpPr>
        <p:spPr>
          <a:xfrm>
            <a:off x="337750" y="37373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1147" name="Google Shape;1147;p104"/>
          <p:cNvSpPr txBox="1"/>
          <p:nvPr>
            <p:ph idx="30" type="subTitle"/>
          </p:nvPr>
        </p:nvSpPr>
        <p:spPr>
          <a:xfrm>
            <a:off x="337750" y="32477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1148" name="Google Shape;1148;p104"/>
          <p:cNvSpPr txBox="1"/>
          <p:nvPr>
            <p:ph idx="31" type="subTitle"/>
          </p:nvPr>
        </p:nvSpPr>
        <p:spPr>
          <a:xfrm>
            <a:off x="337750" y="27581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1149" name="Google Shape;1149;p104"/>
          <p:cNvSpPr txBox="1"/>
          <p:nvPr>
            <p:ph idx="32" type="subTitle"/>
          </p:nvPr>
        </p:nvSpPr>
        <p:spPr>
          <a:xfrm>
            <a:off x="337750" y="22685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1150" name="Google Shape;1150;p104"/>
          <p:cNvSpPr txBox="1"/>
          <p:nvPr>
            <p:ph idx="33" type="title"/>
          </p:nvPr>
        </p:nvSpPr>
        <p:spPr>
          <a:xfrm>
            <a:off x="596525" y="753313"/>
            <a:ext cx="7062000" cy="615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51" name="Google Shape;1151;p104"/>
          <p:cNvSpPr txBox="1"/>
          <p:nvPr>
            <p:ph idx="34" type="subTitle"/>
          </p:nvPr>
        </p:nvSpPr>
        <p:spPr>
          <a:xfrm>
            <a:off x="1950863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2" name="Google Shape;1152;p104"/>
          <p:cNvSpPr txBox="1"/>
          <p:nvPr>
            <p:ph idx="35" type="subTitle"/>
          </p:nvPr>
        </p:nvSpPr>
        <p:spPr>
          <a:xfrm>
            <a:off x="3726825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3" name="Google Shape;1153;p104"/>
          <p:cNvSpPr txBox="1"/>
          <p:nvPr>
            <p:ph idx="36" type="subTitle"/>
          </p:nvPr>
        </p:nvSpPr>
        <p:spPr>
          <a:xfrm>
            <a:off x="5503900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731">
          <p15:clr>
            <a:srgbClr val="E46962"/>
          </p15:clr>
        </p15:guide>
        <p15:guide id="2" orient="horz" pos="2435">
          <p15:clr>
            <a:srgbClr val="E46962"/>
          </p15:clr>
        </p15:guide>
        <p15:guide id="3" orient="horz" pos="1819">
          <p15:clr>
            <a:srgbClr val="E46962"/>
          </p15:clr>
        </p15:guide>
        <p15:guide id="4" orient="horz" pos="2129">
          <p15:clr>
            <a:srgbClr val="E46962"/>
          </p15:clr>
        </p15:guide>
        <p15:guide id="5" orient="horz" pos="1510">
          <p15:clr>
            <a:srgbClr val="E46962"/>
          </p15:clr>
        </p15:guide>
      </p15:sldGuideLst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and folder background">
  <p:cSld name="CUSTOM_1_1">
    <p:spTree>
      <p:nvGrpSpPr>
        <p:cNvPr id="1154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p105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156" name="Google Shape;1156;p105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157" name="Google Shape;1157;p105"/>
          <p:cNvSpPr txBox="1"/>
          <p:nvPr>
            <p:ph idx="2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158" name="Google Shape;1158;p105"/>
          <p:cNvSpPr txBox="1"/>
          <p:nvPr>
            <p:ph idx="3" type="subTitle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159" name="Google Shape;1159;p105"/>
          <p:cNvSpPr txBox="1"/>
          <p:nvPr>
            <p:ph type="title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160" name="Google Shape;1160;p105"/>
          <p:cNvSpPr txBox="1"/>
          <p:nvPr>
            <p:ph idx="4" type="subTitle"/>
          </p:nvPr>
        </p:nvSpPr>
        <p:spPr>
          <a:xfrm>
            <a:off x="4617888" y="2276000"/>
            <a:ext cx="4291500" cy="525600"/>
          </a:xfrm>
          <a:prstGeom prst="rect">
            <a:avLst/>
          </a:prstGeom>
        </p:spPr>
        <p:txBody>
          <a:bodyPr anchorCtr="0" anchor="t" bIns="0" lIns="180000" spcFirstLastPara="1" rIns="18000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cxnSp>
        <p:nvCxnSpPr>
          <p:cNvPr id="1161" name="Google Shape;1161;p105"/>
          <p:cNvCxnSpPr/>
          <p:nvPr/>
        </p:nvCxnSpPr>
        <p:spPr>
          <a:xfrm rot="10800000">
            <a:off x="5397992" y="3025650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162" name="Google Shape;1162;p105"/>
          <p:cNvCxnSpPr/>
          <p:nvPr/>
        </p:nvCxnSpPr>
        <p:spPr>
          <a:xfrm rot="10800000">
            <a:off x="6114201" y="3025007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163" name="Google Shape;1163;p105"/>
          <p:cNvCxnSpPr/>
          <p:nvPr/>
        </p:nvCxnSpPr>
        <p:spPr>
          <a:xfrm rot="10800000">
            <a:off x="6816098" y="3025650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164" name="Google Shape;1164;p105"/>
          <p:cNvCxnSpPr/>
          <p:nvPr/>
        </p:nvCxnSpPr>
        <p:spPr>
          <a:xfrm rot="10800000">
            <a:off x="7517325" y="3025650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165" name="Google Shape;1165;p105"/>
          <p:cNvCxnSpPr/>
          <p:nvPr/>
        </p:nvCxnSpPr>
        <p:spPr>
          <a:xfrm rot="10800000">
            <a:off x="8218904" y="3025011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166" name="Google Shape;1166;p105"/>
          <p:cNvCxnSpPr/>
          <p:nvPr/>
        </p:nvCxnSpPr>
        <p:spPr>
          <a:xfrm rot="10800000">
            <a:off x="5043384" y="4397242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167" name="Google Shape;1167;p105"/>
          <p:cNvCxnSpPr/>
          <p:nvPr/>
        </p:nvCxnSpPr>
        <p:spPr>
          <a:xfrm rot="10800000">
            <a:off x="5043384" y="4106948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168" name="Google Shape;1168;p105"/>
          <p:cNvCxnSpPr/>
          <p:nvPr/>
        </p:nvCxnSpPr>
        <p:spPr>
          <a:xfrm rot="10800000">
            <a:off x="5043384" y="3813733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169" name="Google Shape;1169;p105"/>
          <p:cNvCxnSpPr/>
          <p:nvPr/>
        </p:nvCxnSpPr>
        <p:spPr>
          <a:xfrm rot="10800000">
            <a:off x="5043384" y="3521491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170" name="Google Shape;1170;p105"/>
          <p:cNvCxnSpPr/>
          <p:nvPr/>
        </p:nvCxnSpPr>
        <p:spPr>
          <a:xfrm rot="10800000">
            <a:off x="5043384" y="3228574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171" name="Google Shape;1171;p105"/>
          <p:cNvCxnSpPr/>
          <p:nvPr/>
        </p:nvCxnSpPr>
        <p:spPr>
          <a:xfrm rot="10800000">
            <a:off x="5043640" y="4602364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2" name="Google Shape;1172;p105"/>
          <p:cNvCxnSpPr/>
          <p:nvPr/>
        </p:nvCxnSpPr>
        <p:spPr>
          <a:xfrm rot="10800000">
            <a:off x="5043455" y="3022856"/>
            <a:ext cx="0" cy="1582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73" name="Google Shape;1173;p105"/>
          <p:cNvSpPr txBox="1"/>
          <p:nvPr>
            <p:ph idx="5" type="subTitle"/>
          </p:nvPr>
        </p:nvSpPr>
        <p:spPr>
          <a:xfrm>
            <a:off x="392000" y="4601800"/>
            <a:ext cx="9165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174" name="Google Shape;1174;p105"/>
          <p:cNvSpPr txBox="1"/>
          <p:nvPr>
            <p:ph idx="6" type="subTitle"/>
          </p:nvPr>
        </p:nvSpPr>
        <p:spPr>
          <a:xfrm>
            <a:off x="1390838" y="4601800"/>
            <a:ext cx="9165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175" name="Google Shape;1175;p105"/>
          <p:cNvSpPr txBox="1"/>
          <p:nvPr>
            <p:ph idx="7" type="subTitle"/>
          </p:nvPr>
        </p:nvSpPr>
        <p:spPr>
          <a:xfrm>
            <a:off x="2389500" y="4602800"/>
            <a:ext cx="903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176" name="Google Shape;1176;p105"/>
          <p:cNvSpPr txBox="1"/>
          <p:nvPr>
            <p:ph idx="8" type="subTitle"/>
          </p:nvPr>
        </p:nvSpPr>
        <p:spPr>
          <a:xfrm>
            <a:off x="3388150" y="4601800"/>
            <a:ext cx="9603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177" name="Google Shape;1177;p105"/>
          <p:cNvSpPr txBox="1"/>
          <p:nvPr>
            <p:ph idx="9" type="subTitle"/>
          </p:nvPr>
        </p:nvSpPr>
        <p:spPr>
          <a:xfrm>
            <a:off x="392025" y="4022425"/>
            <a:ext cx="916500" cy="579600"/>
          </a:xfrm>
          <a:prstGeom prst="rect">
            <a:avLst/>
          </a:prstGeom>
        </p:spPr>
        <p:txBody>
          <a:bodyPr anchorCtr="0" anchor="b" bIns="0" lIns="54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178" name="Google Shape;1178;p105"/>
          <p:cNvSpPr txBox="1"/>
          <p:nvPr>
            <p:ph idx="13" type="subTitle"/>
          </p:nvPr>
        </p:nvSpPr>
        <p:spPr>
          <a:xfrm>
            <a:off x="1391050" y="3875575"/>
            <a:ext cx="916500" cy="726600"/>
          </a:xfrm>
          <a:prstGeom prst="rect">
            <a:avLst/>
          </a:prstGeom>
        </p:spPr>
        <p:txBody>
          <a:bodyPr anchorCtr="0" anchor="b" bIns="0" lIns="54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179" name="Google Shape;1179;p105"/>
          <p:cNvSpPr txBox="1"/>
          <p:nvPr>
            <p:ph idx="14" type="subTitle"/>
          </p:nvPr>
        </p:nvSpPr>
        <p:spPr>
          <a:xfrm>
            <a:off x="2390200" y="3875575"/>
            <a:ext cx="916500" cy="726600"/>
          </a:xfrm>
          <a:prstGeom prst="rect">
            <a:avLst/>
          </a:prstGeom>
        </p:spPr>
        <p:txBody>
          <a:bodyPr anchorCtr="0" anchor="b" bIns="0" lIns="54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180" name="Google Shape;1180;p105"/>
          <p:cNvSpPr txBox="1"/>
          <p:nvPr>
            <p:ph idx="15" type="subTitle"/>
          </p:nvPr>
        </p:nvSpPr>
        <p:spPr>
          <a:xfrm>
            <a:off x="3394525" y="4022425"/>
            <a:ext cx="954000" cy="579600"/>
          </a:xfrm>
          <a:prstGeom prst="rect">
            <a:avLst/>
          </a:prstGeom>
        </p:spPr>
        <p:txBody>
          <a:bodyPr anchorCtr="0" anchor="b" bIns="0" lIns="54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181" name="Google Shape;1181;p105"/>
          <p:cNvSpPr txBox="1"/>
          <p:nvPr>
            <p:ph idx="16" type="subTitle"/>
          </p:nvPr>
        </p:nvSpPr>
        <p:spPr>
          <a:xfrm>
            <a:off x="227625" y="2276000"/>
            <a:ext cx="4291500" cy="525600"/>
          </a:xfrm>
          <a:prstGeom prst="rect">
            <a:avLst/>
          </a:prstGeom>
        </p:spPr>
        <p:txBody>
          <a:bodyPr anchorCtr="0" anchor="t" bIns="0" lIns="180000" spcFirstLastPara="1" rIns="18000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1182" name="Google Shape;1182;p105"/>
          <p:cNvSpPr txBox="1"/>
          <p:nvPr>
            <p:ph idx="17" type="subTitle"/>
          </p:nvPr>
        </p:nvSpPr>
        <p:spPr>
          <a:xfrm>
            <a:off x="5401957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183" name="Google Shape;1183;p105"/>
          <p:cNvSpPr txBox="1"/>
          <p:nvPr>
            <p:ph idx="18" type="subTitle"/>
          </p:nvPr>
        </p:nvSpPr>
        <p:spPr>
          <a:xfrm>
            <a:off x="6104132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184" name="Google Shape;1184;p105"/>
          <p:cNvSpPr txBox="1"/>
          <p:nvPr>
            <p:ph idx="19" type="subTitle"/>
          </p:nvPr>
        </p:nvSpPr>
        <p:spPr>
          <a:xfrm>
            <a:off x="6811663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185" name="Google Shape;1185;p105"/>
          <p:cNvSpPr txBox="1"/>
          <p:nvPr>
            <p:ph idx="20" type="subTitle"/>
          </p:nvPr>
        </p:nvSpPr>
        <p:spPr>
          <a:xfrm>
            <a:off x="8220182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186" name="Google Shape;1186;p105"/>
          <p:cNvSpPr txBox="1"/>
          <p:nvPr>
            <p:ph idx="21" type="subTitle"/>
          </p:nvPr>
        </p:nvSpPr>
        <p:spPr>
          <a:xfrm>
            <a:off x="7516525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187" name="Google Shape;1187;p105"/>
          <p:cNvSpPr txBox="1"/>
          <p:nvPr>
            <p:ph idx="22" type="subTitle"/>
          </p:nvPr>
        </p:nvSpPr>
        <p:spPr>
          <a:xfrm>
            <a:off x="4695907" y="4059350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188" name="Google Shape;1188;p105"/>
          <p:cNvSpPr txBox="1"/>
          <p:nvPr>
            <p:ph idx="23" type="subTitle"/>
          </p:nvPr>
        </p:nvSpPr>
        <p:spPr>
          <a:xfrm>
            <a:off x="4695907" y="4358875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189" name="Google Shape;1189;p105"/>
          <p:cNvSpPr txBox="1"/>
          <p:nvPr>
            <p:ph idx="24" type="subTitle"/>
          </p:nvPr>
        </p:nvSpPr>
        <p:spPr>
          <a:xfrm>
            <a:off x="4695907" y="3474700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190" name="Google Shape;1190;p105"/>
          <p:cNvSpPr txBox="1"/>
          <p:nvPr>
            <p:ph idx="25" type="subTitle"/>
          </p:nvPr>
        </p:nvSpPr>
        <p:spPr>
          <a:xfrm>
            <a:off x="4695907" y="3777850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191" name="Google Shape;1191;p105"/>
          <p:cNvSpPr txBox="1"/>
          <p:nvPr>
            <p:ph idx="26" type="subTitle"/>
          </p:nvPr>
        </p:nvSpPr>
        <p:spPr>
          <a:xfrm>
            <a:off x="4695907" y="3181775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192" name="Google Shape;1192;p105"/>
          <p:cNvSpPr txBox="1"/>
          <p:nvPr>
            <p:ph idx="27" type="title"/>
          </p:nvPr>
        </p:nvSpPr>
        <p:spPr>
          <a:xfrm>
            <a:off x="593775" y="707062"/>
            <a:ext cx="7196400" cy="6159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s 2">
  <p:cSld name="CUSTOM_7_1_1_1_1_1_1_1_1_1_1_1_1_1_1_1_1_9">
    <p:spTree>
      <p:nvGrpSpPr>
        <p:cNvPr id="1193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Google Shape;1194;p106"/>
          <p:cNvSpPr txBox="1"/>
          <p:nvPr>
            <p:ph type="title"/>
          </p:nvPr>
        </p:nvSpPr>
        <p:spPr>
          <a:xfrm>
            <a:off x="2121700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195" name="Google Shape;1195;p106"/>
          <p:cNvSpPr txBox="1"/>
          <p:nvPr>
            <p:ph idx="2" type="title"/>
          </p:nvPr>
        </p:nvSpPr>
        <p:spPr>
          <a:xfrm>
            <a:off x="3899225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196" name="Google Shape;1196;p106"/>
          <p:cNvSpPr txBox="1"/>
          <p:nvPr>
            <p:ph idx="3" type="title"/>
          </p:nvPr>
        </p:nvSpPr>
        <p:spPr>
          <a:xfrm>
            <a:off x="5676475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197" name="Google Shape;1197;p106"/>
          <p:cNvSpPr txBox="1"/>
          <p:nvPr>
            <p:ph idx="4" type="title"/>
          </p:nvPr>
        </p:nvSpPr>
        <p:spPr>
          <a:xfrm>
            <a:off x="7453725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198" name="Google Shape;1198;p106"/>
          <p:cNvSpPr txBox="1"/>
          <p:nvPr>
            <p:ph idx="5" type="title"/>
          </p:nvPr>
        </p:nvSpPr>
        <p:spPr>
          <a:xfrm>
            <a:off x="341975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199" name="Google Shape;1199;p106"/>
          <p:cNvSpPr txBox="1"/>
          <p:nvPr>
            <p:ph idx="6" type="title"/>
          </p:nvPr>
        </p:nvSpPr>
        <p:spPr>
          <a:xfrm>
            <a:off x="2184250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200" name="Google Shape;1200;p106"/>
          <p:cNvSpPr txBox="1"/>
          <p:nvPr>
            <p:ph idx="7" type="title"/>
          </p:nvPr>
        </p:nvSpPr>
        <p:spPr>
          <a:xfrm>
            <a:off x="3962263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201" name="Google Shape;1201;p106"/>
          <p:cNvSpPr txBox="1"/>
          <p:nvPr>
            <p:ph idx="8" type="title"/>
          </p:nvPr>
        </p:nvSpPr>
        <p:spPr>
          <a:xfrm>
            <a:off x="406525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202" name="Google Shape;1202;p106"/>
          <p:cNvSpPr txBox="1"/>
          <p:nvPr>
            <p:ph idx="9" type="title"/>
          </p:nvPr>
        </p:nvSpPr>
        <p:spPr>
          <a:xfrm>
            <a:off x="5729600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203" name="Google Shape;1203;p106"/>
          <p:cNvSpPr txBox="1"/>
          <p:nvPr>
            <p:ph idx="13" type="title"/>
          </p:nvPr>
        </p:nvSpPr>
        <p:spPr>
          <a:xfrm>
            <a:off x="7518138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204" name="Google Shape;1204;p106"/>
          <p:cNvSpPr txBox="1"/>
          <p:nvPr>
            <p:ph idx="1" type="body"/>
          </p:nvPr>
        </p:nvSpPr>
        <p:spPr>
          <a:xfrm>
            <a:off x="223881" y="331850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05" name="Google Shape;1205;p106"/>
          <p:cNvSpPr txBox="1"/>
          <p:nvPr>
            <p:ph idx="14" type="body"/>
          </p:nvPr>
        </p:nvSpPr>
        <p:spPr>
          <a:xfrm>
            <a:off x="2004019" y="331640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06" name="Google Shape;1206;p106"/>
          <p:cNvSpPr txBox="1"/>
          <p:nvPr>
            <p:ph idx="15" type="body"/>
          </p:nvPr>
        </p:nvSpPr>
        <p:spPr>
          <a:xfrm>
            <a:off x="3781781" y="331745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07" name="Google Shape;1207;p106"/>
          <p:cNvSpPr txBox="1"/>
          <p:nvPr>
            <p:ph idx="16" type="body"/>
          </p:nvPr>
        </p:nvSpPr>
        <p:spPr>
          <a:xfrm>
            <a:off x="5559956" y="331535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08" name="Google Shape;1208;p106"/>
          <p:cNvSpPr txBox="1"/>
          <p:nvPr>
            <p:ph idx="17" type="body"/>
          </p:nvPr>
        </p:nvSpPr>
        <p:spPr>
          <a:xfrm>
            <a:off x="7341056" y="331535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09" name="Google Shape;1209;p106"/>
          <p:cNvSpPr txBox="1"/>
          <p:nvPr>
            <p:ph idx="18" type="body"/>
          </p:nvPr>
        </p:nvSpPr>
        <p:spPr>
          <a:xfrm>
            <a:off x="223881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10" name="Google Shape;1210;p106"/>
          <p:cNvSpPr txBox="1"/>
          <p:nvPr>
            <p:ph idx="19" type="body"/>
          </p:nvPr>
        </p:nvSpPr>
        <p:spPr>
          <a:xfrm>
            <a:off x="2004019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11" name="Google Shape;1211;p106"/>
          <p:cNvSpPr txBox="1"/>
          <p:nvPr>
            <p:ph idx="20" type="body"/>
          </p:nvPr>
        </p:nvSpPr>
        <p:spPr>
          <a:xfrm>
            <a:off x="3781781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12" name="Google Shape;1212;p106"/>
          <p:cNvSpPr txBox="1"/>
          <p:nvPr>
            <p:ph idx="21" type="body"/>
          </p:nvPr>
        </p:nvSpPr>
        <p:spPr>
          <a:xfrm>
            <a:off x="5559956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13" name="Google Shape;1213;p106"/>
          <p:cNvSpPr txBox="1"/>
          <p:nvPr>
            <p:ph idx="22" type="body"/>
          </p:nvPr>
        </p:nvSpPr>
        <p:spPr>
          <a:xfrm>
            <a:off x="7341056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14" name="Google Shape;1214;p106"/>
          <p:cNvSpPr txBox="1"/>
          <p:nvPr>
            <p:ph idx="23" type="title"/>
          </p:nvPr>
        </p:nvSpPr>
        <p:spPr>
          <a:xfrm>
            <a:off x="3782413" y="192506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215" name="Google Shape;1215;p106"/>
          <p:cNvSpPr txBox="1"/>
          <p:nvPr>
            <p:ph idx="24" type="title"/>
          </p:nvPr>
        </p:nvSpPr>
        <p:spPr>
          <a:xfrm>
            <a:off x="2004613" y="192401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216" name="Google Shape;1216;p106"/>
          <p:cNvSpPr txBox="1"/>
          <p:nvPr>
            <p:ph idx="25" type="title"/>
          </p:nvPr>
        </p:nvSpPr>
        <p:spPr>
          <a:xfrm>
            <a:off x="227650" y="192611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217" name="Google Shape;1217;p106"/>
          <p:cNvSpPr txBox="1"/>
          <p:nvPr>
            <p:ph idx="26" type="title"/>
          </p:nvPr>
        </p:nvSpPr>
        <p:spPr>
          <a:xfrm>
            <a:off x="7340875" y="192296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218" name="Google Shape;1218;p106"/>
          <p:cNvSpPr txBox="1"/>
          <p:nvPr>
            <p:ph idx="27" type="title"/>
          </p:nvPr>
        </p:nvSpPr>
        <p:spPr>
          <a:xfrm>
            <a:off x="5559375" y="192296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219" name="Google Shape;1219;p106"/>
          <p:cNvSpPr txBox="1"/>
          <p:nvPr>
            <p:ph idx="28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220" name="Google Shape;1220;p106"/>
          <p:cNvSpPr txBox="1"/>
          <p:nvPr>
            <p:ph idx="29" type="body"/>
          </p:nvPr>
        </p:nvSpPr>
        <p:spPr>
          <a:xfrm>
            <a:off x="223881" y="249041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21" name="Google Shape;1221;p106"/>
          <p:cNvSpPr txBox="1"/>
          <p:nvPr>
            <p:ph idx="30" type="body"/>
          </p:nvPr>
        </p:nvSpPr>
        <p:spPr>
          <a:xfrm>
            <a:off x="2004019" y="248831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22" name="Google Shape;1222;p106"/>
          <p:cNvSpPr txBox="1"/>
          <p:nvPr>
            <p:ph idx="31" type="body"/>
          </p:nvPr>
        </p:nvSpPr>
        <p:spPr>
          <a:xfrm>
            <a:off x="3781781" y="248936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23" name="Google Shape;1223;p106"/>
          <p:cNvSpPr txBox="1"/>
          <p:nvPr>
            <p:ph idx="32" type="body"/>
          </p:nvPr>
        </p:nvSpPr>
        <p:spPr>
          <a:xfrm>
            <a:off x="5559956" y="248726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24" name="Google Shape;1224;p106"/>
          <p:cNvSpPr txBox="1"/>
          <p:nvPr>
            <p:ph idx="33" type="body"/>
          </p:nvPr>
        </p:nvSpPr>
        <p:spPr>
          <a:xfrm>
            <a:off x="7341056" y="248726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1">
  <p:cSld name="CUSTOM_7_1_1_1_1_1_1_1_1_1_1_1_1_1_1_1_1_7">
    <p:spTree>
      <p:nvGrpSpPr>
        <p:cNvPr id="1225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p107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227" name="Google Shape;1227;p107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cxnSp>
        <p:nvCxnSpPr>
          <p:cNvPr id="1228" name="Google Shape;1228;p107"/>
          <p:cNvCxnSpPr/>
          <p:nvPr/>
        </p:nvCxnSpPr>
        <p:spPr>
          <a:xfrm rot="10800000">
            <a:off x="1721971" y="1322379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229" name="Google Shape;1229;p107"/>
          <p:cNvCxnSpPr/>
          <p:nvPr/>
        </p:nvCxnSpPr>
        <p:spPr>
          <a:xfrm rot="10800000">
            <a:off x="3185875" y="1321065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230" name="Google Shape;1230;p107"/>
          <p:cNvCxnSpPr/>
          <p:nvPr/>
        </p:nvCxnSpPr>
        <p:spPr>
          <a:xfrm rot="10800000">
            <a:off x="4620526" y="1322379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231" name="Google Shape;1231;p107"/>
          <p:cNvCxnSpPr/>
          <p:nvPr/>
        </p:nvCxnSpPr>
        <p:spPr>
          <a:xfrm rot="10800000">
            <a:off x="6053808" y="1322379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232" name="Google Shape;1232;p107"/>
          <p:cNvCxnSpPr/>
          <p:nvPr/>
        </p:nvCxnSpPr>
        <p:spPr>
          <a:xfrm rot="10800000">
            <a:off x="7487809" y="1321073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233" name="Google Shape;1233;p107"/>
          <p:cNvCxnSpPr/>
          <p:nvPr/>
        </p:nvCxnSpPr>
        <p:spPr>
          <a:xfrm rot="10800000">
            <a:off x="997162" y="4125842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234" name="Google Shape;1234;p107"/>
          <p:cNvCxnSpPr/>
          <p:nvPr/>
        </p:nvCxnSpPr>
        <p:spPr>
          <a:xfrm rot="10800000">
            <a:off x="997162" y="3532492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235" name="Google Shape;1235;p107"/>
          <p:cNvCxnSpPr/>
          <p:nvPr/>
        </p:nvCxnSpPr>
        <p:spPr>
          <a:xfrm rot="10800000">
            <a:off x="997162" y="2933172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236" name="Google Shape;1236;p107"/>
          <p:cNvCxnSpPr/>
          <p:nvPr/>
        </p:nvCxnSpPr>
        <p:spPr>
          <a:xfrm rot="10800000">
            <a:off x="997162" y="2335841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237" name="Google Shape;1237;p107"/>
          <p:cNvCxnSpPr/>
          <p:nvPr/>
        </p:nvCxnSpPr>
        <p:spPr>
          <a:xfrm rot="10800000">
            <a:off x="997162" y="1737130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238" name="Google Shape;1238;p107"/>
          <p:cNvCxnSpPr/>
          <p:nvPr/>
        </p:nvCxnSpPr>
        <p:spPr>
          <a:xfrm rot="10800000">
            <a:off x="997686" y="4545103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39" name="Google Shape;1239;p107"/>
          <p:cNvCxnSpPr/>
          <p:nvPr/>
        </p:nvCxnSpPr>
        <p:spPr>
          <a:xfrm rot="10800000">
            <a:off x="997311" y="1316605"/>
            <a:ext cx="0" cy="3234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40" name="Google Shape;1240;p107"/>
          <p:cNvSpPr txBox="1"/>
          <p:nvPr>
            <p:ph idx="2" type="subTitle"/>
          </p:nvPr>
        </p:nvSpPr>
        <p:spPr>
          <a:xfrm>
            <a:off x="1730075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1241" name="Google Shape;1241;p107"/>
          <p:cNvSpPr txBox="1"/>
          <p:nvPr>
            <p:ph idx="3" type="subTitle"/>
          </p:nvPr>
        </p:nvSpPr>
        <p:spPr>
          <a:xfrm>
            <a:off x="3165294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1242" name="Google Shape;1242;p107"/>
          <p:cNvSpPr txBox="1"/>
          <p:nvPr>
            <p:ph idx="4" type="subTitle"/>
          </p:nvPr>
        </p:nvSpPr>
        <p:spPr>
          <a:xfrm>
            <a:off x="4611461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1243" name="Google Shape;1243;p107"/>
          <p:cNvSpPr txBox="1"/>
          <p:nvPr>
            <p:ph idx="5" type="subTitle"/>
          </p:nvPr>
        </p:nvSpPr>
        <p:spPr>
          <a:xfrm>
            <a:off x="7490421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1244" name="Google Shape;1244;p107"/>
          <p:cNvSpPr txBox="1"/>
          <p:nvPr>
            <p:ph idx="6" type="subTitle"/>
          </p:nvPr>
        </p:nvSpPr>
        <p:spPr>
          <a:xfrm>
            <a:off x="6052173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1245" name="Google Shape;1245;p107"/>
          <p:cNvSpPr txBox="1"/>
          <p:nvPr>
            <p:ph idx="7" type="subTitle"/>
          </p:nvPr>
        </p:nvSpPr>
        <p:spPr>
          <a:xfrm>
            <a:off x="286936" y="3435204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1246" name="Google Shape;1246;p107"/>
          <p:cNvSpPr txBox="1"/>
          <p:nvPr>
            <p:ph idx="8" type="subTitle"/>
          </p:nvPr>
        </p:nvSpPr>
        <p:spPr>
          <a:xfrm>
            <a:off x="286936" y="4047421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1247" name="Google Shape;1247;p107"/>
          <p:cNvSpPr txBox="1"/>
          <p:nvPr>
            <p:ph idx="9" type="subTitle"/>
          </p:nvPr>
        </p:nvSpPr>
        <p:spPr>
          <a:xfrm>
            <a:off x="286936" y="2240202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1248" name="Google Shape;1248;p107"/>
          <p:cNvSpPr txBox="1"/>
          <p:nvPr>
            <p:ph idx="13" type="subTitle"/>
          </p:nvPr>
        </p:nvSpPr>
        <p:spPr>
          <a:xfrm>
            <a:off x="286936" y="2859829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1249" name="Google Shape;1249;p107"/>
          <p:cNvSpPr txBox="1"/>
          <p:nvPr>
            <p:ph idx="14" type="subTitle"/>
          </p:nvPr>
        </p:nvSpPr>
        <p:spPr>
          <a:xfrm>
            <a:off x="286936" y="1641475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2">
  <p:cSld name="CUSTOM_7_1_1_1_1_1_1_1_1_1_1_1_1_1_1_1_1_8">
    <p:bg>
      <p:bgPr>
        <a:solidFill>
          <a:schemeClr val="dk2"/>
        </a:solidFill>
      </p:bgPr>
    </p:bg>
    <p:spTree>
      <p:nvGrpSpPr>
        <p:cNvPr id="1250" name="Shape 1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1" name="Google Shape;1251;p108"/>
          <p:cNvSpPr txBox="1"/>
          <p:nvPr>
            <p:ph idx="1" type="body"/>
          </p:nvPr>
        </p:nvSpPr>
        <p:spPr>
          <a:xfrm>
            <a:off x="6832625" y="4360925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52" name="Google Shape;1252;p108"/>
          <p:cNvSpPr txBox="1"/>
          <p:nvPr>
            <p:ph idx="2" type="body"/>
          </p:nvPr>
        </p:nvSpPr>
        <p:spPr>
          <a:xfrm>
            <a:off x="4619575" y="4360925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53" name="Google Shape;1253;p108"/>
          <p:cNvSpPr txBox="1"/>
          <p:nvPr>
            <p:ph idx="3" type="body"/>
          </p:nvPr>
        </p:nvSpPr>
        <p:spPr>
          <a:xfrm>
            <a:off x="2406525" y="4360925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54" name="Google Shape;1254;p108"/>
          <p:cNvSpPr txBox="1"/>
          <p:nvPr>
            <p:ph idx="4" type="body"/>
          </p:nvPr>
        </p:nvSpPr>
        <p:spPr>
          <a:xfrm>
            <a:off x="193475" y="4360925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55" name="Google Shape;1255;p108"/>
          <p:cNvSpPr txBox="1"/>
          <p:nvPr>
            <p:ph idx="5" type="body"/>
          </p:nvPr>
        </p:nvSpPr>
        <p:spPr>
          <a:xfrm>
            <a:off x="6831375" y="2557613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56" name="Google Shape;1256;p108"/>
          <p:cNvSpPr txBox="1"/>
          <p:nvPr>
            <p:ph idx="6" type="body"/>
          </p:nvPr>
        </p:nvSpPr>
        <p:spPr>
          <a:xfrm>
            <a:off x="4618325" y="2557613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57" name="Google Shape;1257;p108"/>
          <p:cNvSpPr txBox="1"/>
          <p:nvPr>
            <p:ph idx="7" type="body"/>
          </p:nvPr>
        </p:nvSpPr>
        <p:spPr>
          <a:xfrm>
            <a:off x="2405275" y="2557613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58" name="Google Shape;1258;p108"/>
          <p:cNvSpPr txBox="1"/>
          <p:nvPr>
            <p:ph idx="8" type="body"/>
          </p:nvPr>
        </p:nvSpPr>
        <p:spPr>
          <a:xfrm>
            <a:off x="192225" y="2557613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59" name="Google Shape;1259;p108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sp>
        <p:nvSpPr>
          <p:cNvPr id="1260" name="Google Shape;1260;p108"/>
          <p:cNvSpPr txBox="1"/>
          <p:nvPr>
            <p:ph idx="9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261" name="Google Shape;1261;p108"/>
          <p:cNvSpPr txBox="1"/>
          <p:nvPr>
            <p:ph idx="13" type="title"/>
          </p:nvPr>
        </p:nvSpPr>
        <p:spPr>
          <a:xfrm>
            <a:off x="6996850" y="136480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1262" name="Google Shape;1262;p108"/>
          <p:cNvSpPr txBox="1"/>
          <p:nvPr>
            <p:ph idx="14" type="title"/>
          </p:nvPr>
        </p:nvSpPr>
        <p:spPr>
          <a:xfrm>
            <a:off x="4783238" y="136480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1263" name="Google Shape;1263;p108"/>
          <p:cNvSpPr txBox="1"/>
          <p:nvPr>
            <p:ph idx="15" type="title"/>
          </p:nvPr>
        </p:nvSpPr>
        <p:spPr>
          <a:xfrm>
            <a:off x="2546913" y="136480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1264" name="Google Shape;1264;p108"/>
          <p:cNvSpPr txBox="1"/>
          <p:nvPr>
            <p:ph idx="16" type="title"/>
          </p:nvPr>
        </p:nvSpPr>
        <p:spPr>
          <a:xfrm>
            <a:off x="355638" y="1365769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1265" name="Google Shape;1265;p108"/>
          <p:cNvSpPr txBox="1"/>
          <p:nvPr>
            <p:ph idx="17" type="title"/>
          </p:nvPr>
        </p:nvSpPr>
        <p:spPr>
          <a:xfrm>
            <a:off x="7002200" y="316335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1266" name="Google Shape;1266;p108"/>
          <p:cNvSpPr txBox="1"/>
          <p:nvPr>
            <p:ph idx="18" type="title"/>
          </p:nvPr>
        </p:nvSpPr>
        <p:spPr>
          <a:xfrm>
            <a:off x="4788588" y="316335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1267" name="Google Shape;1267;p108"/>
          <p:cNvSpPr txBox="1"/>
          <p:nvPr>
            <p:ph idx="19" type="title"/>
          </p:nvPr>
        </p:nvSpPr>
        <p:spPr>
          <a:xfrm>
            <a:off x="2552263" y="316335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1268" name="Google Shape;1268;p108"/>
          <p:cNvSpPr txBox="1"/>
          <p:nvPr>
            <p:ph idx="20" type="title"/>
          </p:nvPr>
        </p:nvSpPr>
        <p:spPr>
          <a:xfrm>
            <a:off x="360988" y="3164319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3">
  <p:cSld name="CUSTOM_7_1_1_1_1_1_1_1_1_1_1_1_1_1_1_1_1_7_1">
    <p:spTree>
      <p:nvGrpSpPr>
        <p:cNvPr id="1269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Google Shape;1270;p109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271" name="Google Shape;1271;p109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sp>
        <p:nvSpPr>
          <p:cNvPr id="1272" name="Google Shape;1272;p109"/>
          <p:cNvSpPr txBox="1"/>
          <p:nvPr>
            <p:ph idx="2" type="subTitle"/>
          </p:nvPr>
        </p:nvSpPr>
        <p:spPr>
          <a:xfrm>
            <a:off x="193100" y="3780025"/>
            <a:ext cx="16332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anken Grotesk Light"/>
              <a:buNone/>
              <a:defRPr sz="4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3" name="Google Shape;1273;p109"/>
          <p:cNvSpPr txBox="1"/>
          <p:nvPr>
            <p:ph idx="3" type="subTitle"/>
          </p:nvPr>
        </p:nvSpPr>
        <p:spPr>
          <a:xfrm>
            <a:off x="1852425" y="4067625"/>
            <a:ext cx="2529000" cy="237600"/>
          </a:xfrm>
          <a:prstGeom prst="rect">
            <a:avLst/>
          </a:prstGeom>
        </p:spPr>
        <p:txBody>
          <a:bodyPr anchorCtr="0" anchor="t" bIns="0" lIns="5400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1274" name="Google Shape;1274;p109"/>
          <p:cNvSpPr txBox="1"/>
          <p:nvPr>
            <p:ph idx="4" type="subTitle"/>
          </p:nvPr>
        </p:nvSpPr>
        <p:spPr>
          <a:xfrm>
            <a:off x="193100" y="2519863"/>
            <a:ext cx="16332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anken Grotesk Light"/>
              <a:buNone/>
              <a:defRPr sz="4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5" name="Google Shape;1275;p109"/>
          <p:cNvSpPr txBox="1"/>
          <p:nvPr>
            <p:ph idx="5" type="subTitle"/>
          </p:nvPr>
        </p:nvSpPr>
        <p:spPr>
          <a:xfrm>
            <a:off x="1852425" y="2807463"/>
            <a:ext cx="2529000" cy="237600"/>
          </a:xfrm>
          <a:prstGeom prst="rect">
            <a:avLst/>
          </a:prstGeom>
        </p:spPr>
        <p:txBody>
          <a:bodyPr anchorCtr="0" anchor="t" bIns="0" lIns="5400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1276" name="Google Shape;1276;p109"/>
          <p:cNvSpPr txBox="1"/>
          <p:nvPr>
            <p:ph idx="6" type="subTitle"/>
          </p:nvPr>
        </p:nvSpPr>
        <p:spPr>
          <a:xfrm>
            <a:off x="219077" y="1259725"/>
            <a:ext cx="16332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anken Grotesk Light"/>
              <a:buNone/>
              <a:defRPr sz="4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7" name="Google Shape;1277;p109"/>
          <p:cNvSpPr txBox="1"/>
          <p:nvPr>
            <p:ph idx="7" type="subTitle"/>
          </p:nvPr>
        </p:nvSpPr>
        <p:spPr>
          <a:xfrm>
            <a:off x="1852425" y="1547325"/>
            <a:ext cx="2529000" cy="237600"/>
          </a:xfrm>
          <a:prstGeom prst="rect">
            <a:avLst/>
          </a:prstGeom>
        </p:spPr>
        <p:txBody>
          <a:bodyPr anchorCtr="0" anchor="t" bIns="0" lIns="5400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1278" name="Google Shape;1278;p109"/>
          <p:cNvSpPr txBox="1"/>
          <p:nvPr>
            <p:ph idx="8" type="body"/>
          </p:nvPr>
        </p:nvSpPr>
        <p:spPr>
          <a:xfrm>
            <a:off x="189973" y="4665450"/>
            <a:ext cx="4345200" cy="3744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79" name="Google Shape;1279;p109"/>
          <p:cNvSpPr txBox="1"/>
          <p:nvPr>
            <p:ph idx="9" type="body"/>
          </p:nvPr>
        </p:nvSpPr>
        <p:spPr>
          <a:xfrm>
            <a:off x="189973" y="3405288"/>
            <a:ext cx="4345200" cy="3744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80" name="Google Shape;1280;p109"/>
          <p:cNvSpPr txBox="1"/>
          <p:nvPr>
            <p:ph idx="13" type="body"/>
          </p:nvPr>
        </p:nvSpPr>
        <p:spPr>
          <a:xfrm>
            <a:off x="199273" y="2145150"/>
            <a:ext cx="4345200" cy="3744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4">
  <p:cSld name="CUSTOM_7_1_1_1_1_1_1_1_1_1_1_1_1_1_1_1_1_7_2">
    <p:spTree>
      <p:nvGrpSpPr>
        <p:cNvPr id="128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1282;p110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283" name="Google Shape;1283;p110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sp>
        <p:nvSpPr>
          <p:cNvPr id="1284" name="Google Shape;1284;p110"/>
          <p:cNvSpPr txBox="1"/>
          <p:nvPr>
            <p:ph idx="2" type="subTitle"/>
          </p:nvPr>
        </p:nvSpPr>
        <p:spPr>
          <a:xfrm>
            <a:off x="189375" y="4264275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85" name="Google Shape;1285;p110"/>
          <p:cNvSpPr txBox="1"/>
          <p:nvPr>
            <p:ph idx="3" type="subTitle"/>
          </p:nvPr>
        </p:nvSpPr>
        <p:spPr>
          <a:xfrm>
            <a:off x="190425" y="3693375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86" name="Google Shape;1286;p110"/>
          <p:cNvSpPr txBox="1"/>
          <p:nvPr>
            <p:ph idx="4" type="subTitle"/>
          </p:nvPr>
        </p:nvSpPr>
        <p:spPr>
          <a:xfrm>
            <a:off x="190425" y="3118013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87" name="Google Shape;1287;p110"/>
          <p:cNvSpPr txBox="1"/>
          <p:nvPr>
            <p:ph idx="5" type="subTitle"/>
          </p:nvPr>
        </p:nvSpPr>
        <p:spPr>
          <a:xfrm>
            <a:off x="191475" y="2547113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88" name="Google Shape;1288;p110"/>
          <p:cNvSpPr txBox="1"/>
          <p:nvPr>
            <p:ph idx="6" type="subTitle"/>
          </p:nvPr>
        </p:nvSpPr>
        <p:spPr>
          <a:xfrm>
            <a:off x="190950" y="1971763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89" name="Google Shape;1289;p110"/>
          <p:cNvSpPr txBox="1"/>
          <p:nvPr>
            <p:ph idx="7" type="subTitle"/>
          </p:nvPr>
        </p:nvSpPr>
        <p:spPr>
          <a:xfrm>
            <a:off x="192000" y="1400863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90" name="Google Shape;1290;p110"/>
          <p:cNvSpPr txBox="1"/>
          <p:nvPr>
            <p:ph idx="8" type="subTitle"/>
          </p:nvPr>
        </p:nvSpPr>
        <p:spPr>
          <a:xfrm>
            <a:off x="1967073" y="2550100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1291" name="Google Shape;1291;p110"/>
          <p:cNvSpPr txBox="1"/>
          <p:nvPr>
            <p:ph idx="9" type="subTitle"/>
          </p:nvPr>
        </p:nvSpPr>
        <p:spPr>
          <a:xfrm>
            <a:off x="1967073" y="1400875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1292" name="Google Shape;1292;p110"/>
          <p:cNvSpPr txBox="1"/>
          <p:nvPr>
            <p:ph idx="13" type="subTitle"/>
          </p:nvPr>
        </p:nvSpPr>
        <p:spPr>
          <a:xfrm>
            <a:off x="1967073" y="1971775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1293" name="Google Shape;1293;p110"/>
          <p:cNvSpPr txBox="1"/>
          <p:nvPr>
            <p:ph idx="14" type="subTitle"/>
          </p:nvPr>
        </p:nvSpPr>
        <p:spPr>
          <a:xfrm>
            <a:off x="1967073" y="3121000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1294" name="Google Shape;1294;p110"/>
          <p:cNvSpPr txBox="1"/>
          <p:nvPr>
            <p:ph idx="15" type="subTitle"/>
          </p:nvPr>
        </p:nvSpPr>
        <p:spPr>
          <a:xfrm>
            <a:off x="1967073" y="4262800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1295" name="Google Shape;1295;p110"/>
          <p:cNvSpPr txBox="1"/>
          <p:nvPr>
            <p:ph idx="16" type="subTitle"/>
          </p:nvPr>
        </p:nvSpPr>
        <p:spPr>
          <a:xfrm>
            <a:off x="1967073" y="3691900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1296" name="Google Shape;1296;p110"/>
          <p:cNvSpPr txBox="1"/>
          <p:nvPr>
            <p:ph idx="17" type="body"/>
          </p:nvPr>
        </p:nvSpPr>
        <p:spPr>
          <a:xfrm>
            <a:off x="3741773" y="1973250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97" name="Google Shape;1297;p110"/>
          <p:cNvSpPr txBox="1"/>
          <p:nvPr>
            <p:ph idx="18" type="body"/>
          </p:nvPr>
        </p:nvSpPr>
        <p:spPr>
          <a:xfrm>
            <a:off x="3741773" y="2551575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98" name="Google Shape;1298;p110"/>
          <p:cNvSpPr txBox="1"/>
          <p:nvPr>
            <p:ph idx="19" type="body"/>
          </p:nvPr>
        </p:nvSpPr>
        <p:spPr>
          <a:xfrm>
            <a:off x="3741773" y="3122475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99" name="Google Shape;1299;p110"/>
          <p:cNvSpPr txBox="1"/>
          <p:nvPr>
            <p:ph idx="20" type="body"/>
          </p:nvPr>
        </p:nvSpPr>
        <p:spPr>
          <a:xfrm>
            <a:off x="3741773" y="3693375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00" name="Google Shape;1300;p110"/>
          <p:cNvSpPr txBox="1"/>
          <p:nvPr>
            <p:ph idx="21" type="body"/>
          </p:nvPr>
        </p:nvSpPr>
        <p:spPr>
          <a:xfrm>
            <a:off x="3741773" y="4264275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01" name="Google Shape;1301;p110"/>
          <p:cNvSpPr txBox="1"/>
          <p:nvPr>
            <p:ph idx="22" type="body"/>
          </p:nvPr>
        </p:nvSpPr>
        <p:spPr>
          <a:xfrm>
            <a:off x="3741773" y="1402350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 2">
  <p:cSld name="CUSTOM_1_1_1_1">
    <p:spTree>
      <p:nvGrpSpPr>
        <p:cNvPr id="1302" name="Shape 1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3" name="Google Shape;1303;p111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304" name="Google Shape;1304;p111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305" name="Google Shape;1305;p111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306" name="Google Shape;1306;p111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307" name="Google Shape;1307;p111"/>
          <p:cNvSpPr txBox="1"/>
          <p:nvPr>
            <p:ph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308" name="Google Shape;1308;p111"/>
          <p:cNvSpPr txBox="1"/>
          <p:nvPr>
            <p:ph idx="4" type="subTitle"/>
          </p:nvPr>
        </p:nvSpPr>
        <p:spPr>
          <a:xfrm>
            <a:off x="1759000" y="3017700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9" name="Google Shape;1309;p111"/>
          <p:cNvSpPr txBox="1"/>
          <p:nvPr>
            <p:ph idx="5" type="subTitle"/>
          </p:nvPr>
        </p:nvSpPr>
        <p:spPr>
          <a:xfrm>
            <a:off x="1758250" y="1663775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0" name="Google Shape;1310;p111"/>
          <p:cNvSpPr txBox="1"/>
          <p:nvPr>
            <p:ph idx="6" type="subTitle"/>
          </p:nvPr>
        </p:nvSpPr>
        <p:spPr>
          <a:xfrm>
            <a:off x="1758250" y="2340600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1" name="Google Shape;1311;p111"/>
          <p:cNvSpPr txBox="1"/>
          <p:nvPr>
            <p:ph idx="7" type="subTitle"/>
          </p:nvPr>
        </p:nvSpPr>
        <p:spPr>
          <a:xfrm>
            <a:off x="1758250" y="3694800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2" name="Google Shape;1312;p111"/>
          <p:cNvSpPr txBox="1"/>
          <p:nvPr>
            <p:ph idx="8" type="subTitle"/>
          </p:nvPr>
        </p:nvSpPr>
        <p:spPr>
          <a:xfrm>
            <a:off x="1758250" y="4367075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3" name="Google Shape;1313;p111"/>
          <p:cNvSpPr txBox="1"/>
          <p:nvPr>
            <p:ph idx="9" type="subTitle"/>
          </p:nvPr>
        </p:nvSpPr>
        <p:spPr>
          <a:xfrm>
            <a:off x="228148" y="3019975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1314" name="Google Shape;1314;p111"/>
          <p:cNvSpPr txBox="1"/>
          <p:nvPr>
            <p:ph idx="13" type="subTitle"/>
          </p:nvPr>
        </p:nvSpPr>
        <p:spPr>
          <a:xfrm>
            <a:off x="228148" y="1666050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1315" name="Google Shape;1315;p111"/>
          <p:cNvSpPr txBox="1"/>
          <p:nvPr>
            <p:ph idx="14" type="subTitle"/>
          </p:nvPr>
        </p:nvSpPr>
        <p:spPr>
          <a:xfrm>
            <a:off x="228148" y="2342875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1316" name="Google Shape;1316;p111"/>
          <p:cNvSpPr txBox="1"/>
          <p:nvPr>
            <p:ph idx="15" type="subTitle"/>
          </p:nvPr>
        </p:nvSpPr>
        <p:spPr>
          <a:xfrm>
            <a:off x="228148" y="3697075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1317" name="Google Shape;1317;p111"/>
          <p:cNvSpPr txBox="1"/>
          <p:nvPr>
            <p:ph idx="16" type="subTitle"/>
          </p:nvPr>
        </p:nvSpPr>
        <p:spPr>
          <a:xfrm>
            <a:off x="228148" y="4369350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1318" name="Google Shape;1318;p111"/>
          <p:cNvSpPr txBox="1"/>
          <p:nvPr>
            <p:ph idx="17" type="title"/>
          </p:nvPr>
        </p:nvSpPr>
        <p:spPr>
          <a:xfrm>
            <a:off x="596525" y="753331"/>
            <a:ext cx="7062000" cy="910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19" name="Google Shape;1319;p111"/>
          <p:cNvSpPr txBox="1"/>
          <p:nvPr>
            <p:ph idx="18" type="body"/>
          </p:nvPr>
        </p:nvSpPr>
        <p:spPr>
          <a:xfrm>
            <a:off x="4571300" y="4367075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20" name="Google Shape;1320;p111"/>
          <p:cNvSpPr txBox="1"/>
          <p:nvPr>
            <p:ph idx="19" type="body"/>
          </p:nvPr>
        </p:nvSpPr>
        <p:spPr>
          <a:xfrm>
            <a:off x="4571300" y="3694800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21" name="Google Shape;1321;p111"/>
          <p:cNvSpPr txBox="1"/>
          <p:nvPr>
            <p:ph idx="20" type="body"/>
          </p:nvPr>
        </p:nvSpPr>
        <p:spPr>
          <a:xfrm>
            <a:off x="4571300" y="3017700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22" name="Google Shape;1322;p111"/>
          <p:cNvSpPr txBox="1"/>
          <p:nvPr>
            <p:ph idx="21" type="body"/>
          </p:nvPr>
        </p:nvSpPr>
        <p:spPr>
          <a:xfrm>
            <a:off x="4571300" y="2340600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23" name="Google Shape;1323;p111"/>
          <p:cNvSpPr txBox="1"/>
          <p:nvPr>
            <p:ph idx="22" type="body"/>
          </p:nvPr>
        </p:nvSpPr>
        <p:spPr>
          <a:xfrm>
            <a:off x="4571300" y="1663775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 3">
  <p:cSld name="CUSTOM_1_1_1_1_1">
    <p:spTree>
      <p:nvGrpSpPr>
        <p:cNvPr id="1324" name="Shape 1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p112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326" name="Google Shape;1326;p112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327" name="Google Shape;1327;p112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328" name="Google Shape;1328;p112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329" name="Google Shape;1329;p112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grpSp>
        <p:nvGrpSpPr>
          <p:cNvPr id="1330" name="Google Shape;1330;p112"/>
          <p:cNvGrpSpPr/>
          <p:nvPr/>
        </p:nvGrpSpPr>
        <p:grpSpPr>
          <a:xfrm>
            <a:off x="-2450" y="131788"/>
            <a:ext cx="9144000" cy="5011712"/>
            <a:chOff x="-2450" y="131788"/>
            <a:chExt cx="9144000" cy="5011712"/>
          </a:xfrm>
        </p:grpSpPr>
        <p:sp>
          <p:nvSpPr>
            <p:cNvPr id="1331" name="Google Shape;1331;p112"/>
            <p:cNvSpPr/>
            <p:nvPr/>
          </p:nvSpPr>
          <p:spPr>
            <a:xfrm>
              <a:off x="-2450" y="486600"/>
              <a:ext cx="9144000" cy="4656900"/>
            </a:xfrm>
            <a:prstGeom prst="roundRect">
              <a:avLst>
                <a:gd fmla="val 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 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332" name="Google Shape;1332;p112"/>
            <p:cNvSpPr/>
            <p:nvPr/>
          </p:nvSpPr>
          <p:spPr>
            <a:xfrm>
              <a:off x="5278763" y="131788"/>
              <a:ext cx="2245995" cy="360013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sp>
        <p:nvSpPr>
          <p:cNvPr id="1333" name="Google Shape;1333;p112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334" name="Google Shape;1334;p112"/>
          <p:cNvSpPr txBox="1"/>
          <p:nvPr>
            <p:ph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335" name="Google Shape;1335;p112"/>
          <p:cNvSpPr txBox="1"/>
          <p:nvPr>
            <p:ph idx="4" type="subTitle"/>
          </p:nvPr>
        </p:nvSpPr>
        <p:spPr>
          <a:xfrm>
            <a:off x="229085" y="1666050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1336" name="Google Shape;1336;p112"/>
          <p:cNvSpPr txBox="1"/>
          <p:nvPr>
            <p:ph idx="5" type="subTitle"/>
          </p:nvPr>
        </p:nvSpPr>
        <p:spPr>
          <a:xfrm>
            <a:off x="229085" y="2341863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1337" name="Google Shape;1337;p112"/>
          <p:cNvSpPr txBox="1"/>
          <p:nvPr>
            <p:ph idx="6" type="subTitle"/>
          </p:nvPr>
        </p:nvSpPr>
        <p:spPr>
          <a:xfrm>
            <a:off x="229085" y="3018975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1338" name="Google Shape;1338;p112"/>
          <p:cNvSpPr txBox="1"/>
          <p:nvPr>
            <p:ph idx="7" type="subTitle"/>
          </p:nvPr>
        </p:nvSpPr>
        <p:spPr>
          <a:xfrm>
            <a:off x="229085" y="3694788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1339" name="Google Shape;1339;p112"/>
          <p:cNvSpPr txBox="1"/>
          <p:nvPr>
            <p:ph idx="8" type="subTitle"/>
          </p:nvPr>
        </p:nvSpPr>
        <p:spPr>
          <a:xfrm>
            <a:off x="229085" y="4371888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1340" name="Google Shape;1340;p112"/>
          <p:cNvSpPr txBox="1"/>
          <p:nvPr>
            <p:ph idx="9" type="title"/>
          </p:nvPr>
        </p:nvSpPr>
        <p:spPr>
          <a:xfrm>
            <a:off x="596525" y="753324"/>
            <a:ext cx="70620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41" name="Google Shape;1341;p112"/>
          <p:cNvSpPr txBox="1"/>
          <p:nvPr>
            <p:ph idx="13" type="subTitle"/>
          </p:nvPr>
        </p:nvSpPr>
        <p:spPr>
          <a:xfrm>
            <a:off x="7916986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1342" name="Google Shape;1342;p112"/>
          <p:cNvSpPr txBox="1"/>
          <p:nvPr>
            <p:ph idx="14" type="subTitle"/>
          </p:nvPr>
        </p:nvSpPr>
        <p:spPr>
          <a:xfrm>
            <a:off x="6689861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1343" name="Google Shape;1343;p112"/>
          <p:cNvSpPr txBox="1"/>
          <p:nvPr>
            <p:ph idx="15" type="subTitle"/>
          </p:nvPr>
        </p:nvSpPr>
        <p:spPr>
          <a:xfrm>
            <a:off x="5462861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1344" name="Google Shape;1344;p112"/>
          <p:cNvSpPr txBox="1"/>
          <p:nvPr>
            <p:ph idx="16" type="subTitle"/>
          </p:nvPr>
        </p:nvSpPr>
        <p:spPr>
          <a:xfrm>
            <a:off x="4235836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1345" name="Google Shape;1345;p112"/>
          <p:cNvSpPr txBox="1"/>
          <p:nvPr>
            <p:ph idx="17" type="subTitle"/>
          </p:nvPr>
        </p:nvSpPr>
        <p:spPr>
          <a:xfrm>
            <a:off x="3008011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1346" name="Google Shape;1346;p112"/>
          <p:cNvSpPr txBox="1"/>
          <p:nvPr>
            <p:ph idx="18" type="subTitle"/>
          </p:nvPr>
        </p:nvSpPr>
        <p:spPr>
          <a:xfrm>
            <a:off x="1781686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er">
  <p:cSld name="CUSTOM_3">
    <p:spTree>
      <p:nvGrpSpPr>
        <p:cNvPr id="1347" name="Shape 1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" name="Google Shape;1348;p113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349" name="Google Shape;1349;p113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Neuton Light"/>
              <a:buNone/>
              <a:defRPr sz="8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9pPr>
          </a:lstStyle>
          <a:p/>
        </p:txBody>
      </p:sp>
      <p:sp>
        <p:nvSpPr>
          <p:cNvPr id="1350" name="Google Shape;1350;p113"/>
          <p:cNvSpPr txBox="1"/>
          <p:nvPr>
            <p:ph idx="1" type="body"/>
          </p:nvPr>
        </p:nvSpPr>
        <p:spPr>
          <a:xfrm>
            <a:off x="575438" y="4387200"/>
            <a:ext cx="2919600" cy="6480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1351" name="Google Shape;1351;p113"/>
          <p:cNvSpPr txBox="1"/>
          <p:nvPr>
            <p:ph idx="2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2" name="Google Shape;1352;p113"/>
          <p:cNvSpPr txBox="1"/>
          <p:nvPr>
            <p:ph idx="3" type="subTitle"/>
          </p:nvPr>
        </p:nvSpPr>
        <p:spPr>
          <a:xfrm>
            <a:off x="5539500" y="4387200"/>
            <a:ext cx="3002400" cy="64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er 1">
  <p:cSld name="CUSTOM_3_1">
    <p:bg>
      <p:bgPr>
        <a:solidFill>
          <a:schemeClr val="dk2"/>
        </a:solidFill>
      </p:bgPr>
    </p:bg>
    <p:spTree>
      <p:nvGrpSpPr>
        <p:cNvPr id="1353" name="Shape 1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Google Shape;1354;p114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355" name="Google Shape;1355;p114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Neuton Light"/>
              <a:buNone/>
              <a:defRPr sz="8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9pPr>
          </a:lstStyle>
          <a:p/>
        </p:txBody>
      </p:sp>
      <p:sp>
        <p:nvSpPr>
          <p:cNvPr id="1356" name="Google Shape;1356;p114"/>
          <p:cNvSpPr txBox="1"/>
          <p:nvPr>
            <p:ph idx="1" type="body"/>
          </p:nvPr>
        </p:nvSpPr>
        <p:spPr>
          <a:xfrm>
            <a:off x="575438" y="4387200"/>
            <a:ext cx="2919600" cy="6480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1357" name="Google Shape;1357;p114"/>
          <p:cNvSpPr txBox="1"/>
          <p:nvPr>
            <p:ph idx="2" type="subTitle"/>
          </p:nvPr>
        </p:nvSpPr>
        <p:spPr>
          <a:xfrm>
            <a:off x="5539500" y="4387200"/>
            <a:ext cx="3002400" cy="64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8" name="Google Shape;1358;p114"/>
          <p:cNvSpPr txBox="1"/>
          <p:nvPr>
            <p:ph idx="3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s 1 1">
  <p:cSld name="CUSTOM_7_1_1_1_1_1_1_1_1_1_1_1_1_1_1_1_1_6_1">
    <p:spTree>
      <p:nvGrpSpPr>
        <p:cNvPr id="1359" name="Shape 1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0" name="Google Shape;1360;p115"/>
          <p:cNvSpPr txBox="1"/>
          <p:nvPr>
            <p:ph type="title"/>
          </p:nvPr>
        </p:nvSpPr>
        <p:spPr>
          <a:xfrm>
            <a:off x="2184250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361" name="Google Shape;1361;p115"/>
          <p:cNvSpPr txBox="1"/>
          <p:nvPr>
            <p:ph idx="2" type="title"/>
          </p:nvPr>
        </p:nvSpPr>
        <p:spPr>
          <a:xfrm>
            <a:off x="3962263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362" name="Google Shape;1362;p115"/>
          <p:cNvSpPr txBox="1"/>
          <p:nvPr>
            <p:ph idx="3" type="title"/>
          </p:nvPr>
        </p:nvSpPr>
        <p:spPr>
          <a:xfrm>
            <a:off x="406525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363" name="Google Shape;1363;p115"/>
          <p:cNvSpPr txBox="1"/>
          <p:nvPr>
            <p:ph idx="4" type="title"/>
          </p:nvPr>
        </p:nvSpPr>
        <p:spPr>
          <a:xfrm>
            <a:off x="5729600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364" name="Google Shape;1364;p115"/>
          <p:cNvSpPr txBox="1"/>
          <p:nvPr>
            <p:ph idx="5" type="title"/>
          </p:nvPr>
        </p:nvSpPr>
        <p:spPr>
          <a:xfrm>
            <a:off x="7518138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365" name="Google Shape;1365;p115"/>
          <p:cNvSpPr txBox="1"/>
          <p:nvPr>
            <p:ph idx="6" type="title"/>
          </p:nvPr>
        </p:nvSpPr>
        <p:spPr>
          <a:xfrm>
            <a:off x="22475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366" name="Google Shape;1366;p115"/>
          <p:cNvSpPr txBox="1"/>
          <p:nvPr>
            <p:ph idx="7" type="title"/>
          </p:nvPr>
        </p:nvSpPr>
        <p:spPr>
          <a:xfrm>
            <a:off x="200380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367" name="Google Shape;1367;p115"/>
          <p:cNvSpPr txBox="1"/>
          <p:nvPr>
            <p:ph idx="8" type="title"/>
          </p:nvPr>
        </p:nvSpPr>
        <p:spPr>
          <a:xfrm>
            <a:off x="378050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368" name="Google Shape;1368;p115"/>
          <p:cNvSpPr txBox="1"/>
          <p:nvPr>
            <p:ph idx="9" type="title"/>
          </p:nvPr>
        </p:nvSpPr>
        <p:spPr>
          <a:xfrm>
            <a:off x="555865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369" name="Google Shape;1369;p115"/>
          <p:cNvSpPr txBox="1"/>
          <p:nvPr>
            <p:ph idx="13" type="title"/>
          </p:nvPr>
        </p:nvSpPr>
        <p:spPr>
          <a:xfrm>
            <a:off x="733645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370" name="Google Shape;1370;p115"/>
          <p:cNvSpPr txBox="1"/>
          <p:nvPr>
            <p:ph idx="14" type="title"/>
          </p:nvPr>
        </p:nvSpPr>
        <p:spPr>
          <a:xfrm>
            <a:off x="7339963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371" name="Google Shape;1371;p115"/>
          <p:cNvSpPr txBox="1"/>
          <p:nvPr>
            <p:ph idx="15" type="title"/>
          </p:nvPr>
        </p:nvSpPr>
        <p:spPr>
          <a:xfrm>
            <a:off x="3780063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372" name="Google Shape;1372;p115"/>
          <p:cNvSpPr txBox="1"/>
          <p:nvPr>
            <p:ph idx="16" type="title"/>
          </p:nvPr>
        </p:nvSpPr>
        <p:spPr>
          <a:xfrm>
            <a:off x="5557163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373" name="Google Shape;1373;p115"/>
          <p:cNvSpPr txBox="1"/>
          <p:nvPr>
            <p:ph idx="17" type="title"/>
          </p:nvPr>
        </p:nvSpPr>
        <p:spPr>
          <a:xfrm>
            <a:off x="227650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374" name="Google Shape;1374;p115"/>
          <p:cNvSpPr txBox="1"/>
          <p:nvPr>
            <p:ph idx="18" type="title"/>
          </p:nvPr>
        </p:nvSpPr>
        <p:spPr>
          <a:xfrm>
            <a:off x="2004750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375" name="Google Shape;1375;p115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376" name="Google Shape;1376;p115"/>
          <p:cNvSpPr txBox="1"/>
          <p:nvPr>
            <p:ph idx="19" type="body"/>
          </p:nvPr>
        </p:nvSpPr>
        <p:spPr>
          <a:xfrm>
            <a:off x="223881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77" name="Google Shape;1377;p115"/>
          <p:cNvSpPr txBox="1"/>
          <p:nvPr>
            <p:ph idx="20" type="body"/>
          </p:nvPr>
        </p:nvSpPr>
        <p:spPr>
          <a:xfrm>
            <a:off x="2004019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78" name="Google Shape;1378;p115"/>
          <p:cNvSpPr txBox="1"/>
          <p:nvPr>
            <p:ph idx="21" type="body"/>
          </p:nvPr>
        </p:nvSpPr>
        <p:spPr>
          <a:xfrm>
            <a:off x="3780063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79" name="Google Shape;1379;p115"/>
          <p:cNvSpPr txBox="1"/>
          <p:nvPr>
            <p:ph idx="22" type="body"/>
          </p:nvPr>
        </p:nvSpPr>
        <p:spPr>
          <a:xfrm>
            <a:off x="5557163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80" name="Google Shape;1380;p115"/>
          <p:cNvSpPr txBox="1"/>
          <p:nvPr>
            <p:ph idx="23" type="body"/>
          </p:nvPr>
        </p:nvSpPr>
        <p:spPr>
          <a:xfrm>
            <a:off x="7334263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81" name="Google Shape;1381;p115"/>
          <p:cNvSpPr txBox="1"/>
          <p:nvPr>
            <p:ph idx="24" type="body"/>
          </p:nvPr>
        </p:nvSpPr>
        <p:spPr>
          <a:xfrm>
            <a:off x="226606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82" name="Google Shape;1382;p115"/>
          <p:cNvSpPr txBox="1"/>
          <p:nvPr>
            <p:ph idx="25" type="body"/>
          </p:nvPr>
        </p:nvSpPr>
        <p:spPr>
          <a:xfrm>
            <a:off x="2006744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83" name="Google Shape;1383;p115"/>
          <p:cNvSpPr txBox="1"/>
          <p:nvPr>
            <p:ph idx="26" type="body"/>
          </p:nvPr>
        </p:nvSpPr>
        <p:spPr>
          <a:xfrm>
            <a:off x="3782788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84" name="Google Shape;1384;p115"/>
          <p:cNvSpPr txBox="1"/>
          <p:nvPr>
            <p:ph idx="27" type="body"/>
          </p:nvPr>
        </p:nvSpPr>
        <p:spPr>
          <a:xfrm>
            <a:off x="5559888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85" name="Google Shape;1385;p115"/>
          <p:cNvSpPr txBox="1"/>
          <p:nvPr>
            <p:ph idx="28" type="body"/>
          </p:nvPr>
        </p:nvSpPr>
        <p:spPr>
          <a:xfrm>
            <a:off x="7339713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86" name="Google Shape;1386;p115"/>
          <p:cNvSpPr txBox="1"/>
          <p:nvPr>
            <p:ph idx="29" type="body"/>
          </p:nvPr>
        </p:nvSpPr>
        <p:spPr>
          <a:xfrm>
            <a:off x="223519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87" name="Google Shape;1387;p115"/>
          <p:cNvSpPr txBox="1"/>
          <p:nvPr>
            <p:ph idx="30" type="body"/>
          </p:nvPr>
        </p:nvSpPr>
        <p:spPr>
          <a:xfrm>
            <a:off x="2003656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88" name="Google Shape;1388;p115"/>
          <p:cNvSpPr txBox="1"/>
          <p:nvPr>
            <p:ph idx="31" type="body"/>
          </p:nvPr>
        </p:nvSpPr>
        <p:spPr>
          <a:xfrm>
            <a:off x="3779701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89" name="Google Shape;1389;p115"/>
          <p:cNvSpPr txBox="1"/>
          <p:nvPr>
            <p:ph idx="32" type="body"/>
          </p:nvPr>
        </p:nvSpPr>
        <p:spPr>
          <a:xfrm>
            <a:off x="5556800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90" name="Google Shape;1390;p115"/>
          <p:cNvSpPr txBox="1"/>
          <p:nvPr>
            <p:ph idx="33" type="body"/>
          </p:nvPr>
        </p:nvSpPr>
        <p:spPr>
          <a:xfrm>
            <a:off x="7336626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391" name="Shape 1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" name="Google Shape;1392;p1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93" name="Google Shape;1393;p1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1394" name="Shape 1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5" name="Google Shape;1395;p11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1396" name="Shape 1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7" name="Google Shape;1397;p1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1398" name="Google Shape;1398;p1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1399" name="Shape 1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0" name="Google Shape;1400;p1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1401" name="Google Shape;1401;p11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02" name="Google Shape;1402;p11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403" name="Shape 1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" name="Google Shape;1404;p1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1405" name="Shape 1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6" name="Google Shape;1406;p12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407" name="Google Shape;1407;p12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1408" name="Shape 1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9" name="Google Shape;1409;p12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1410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Google Shape;1411;p12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412" name="Google Shape;1412;p12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413" name="Google Shape;1413;p12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1414" name="Shape 1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5" name="Google Shape;1415;p12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1416" name="Shape 1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" name="Google Shape;1417;p12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418" name="Google Shape;1418;p12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419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1420" name="Shape 1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1" name="Google Shape;1421;p127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1422" name="Google Shape;1422;p127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423" name="Google Shape;1423;p127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424" name="Google Shape;1424;p127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425" name="Google Shape;1425;p127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426" name="Google Shape;1426;p127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427" name="Google Shape;1427;p127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1428" name="Shape 1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9" name="Google Shape;1429;p1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1430" name="Google Shape;1430;p128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431" name="Google Shape;1431;p128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1432" name="Shape 1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" name="Google Shape;1433;p12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434" name="Google Shape;1434;p129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435" name="Google Shape;1435;p129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436" name="Google Shape;1436;p129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437" name="Google Shape;1437;p129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1438" name="Shape 1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9" name="Google Shape;1439;p130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440" name="Google Shape;1440;p130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441" name="Google Shape;1441;p13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442" name="Google Shape;1442;p130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443" name="Google Shape;1443;p130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444" name="Google Shape;1444;p130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445" name="Google Shape;1445;p130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1446" name="Shape 1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7" name="Google Shape;1447;p131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448" name="Google Shape;1448;p131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449" name="Google Shape;1449;p131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450" name="Google Shape;1450;p131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451" name="Google Shape;1451;p131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452" name="Google Shape;1452;p131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453" name="Google Shape;1453;p131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454" name="Google Shape;1454;p131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455" name="Google Shape;1455;p131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1456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Google Shape;1457;p1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1458" name="Google Shape;1458;p132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1459" name="Shape 1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0" name="Google Shape;1460;p133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61" name="Google Shape;1461;p133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462" name="Google Shape;1462;p133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463" name="Google Shape;1463;p133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64" name="Google Shape;1464;p1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1465" name="Google Shape;1465;p133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66" name="Google Shape;1466;p133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1467" name="Shape 1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p134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69" name="Google Shape;1469;p134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470" name="Google Shape;1470;p134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471" name="Google Shape;1471;p134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72" name="Google Shape;1472;p134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473" name="Google Shape;1473;p134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74" name="Google Shape;1474;p1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1475" name="Google Shape;1475;p134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76" name="Google Shape;1476;p134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77" name="Google Shape;1477;p134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1478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9" name="Google Shape;1479;p135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1480" name="Shape 1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Google Shape;1481;p136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482" name="Google Shape;1482;p136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483" name="Google Shape;1483;p136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484" name="Google Shape;1484;p136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485" name="Google Shape;1485;p136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486" name="Google Shape;1486;p136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487" name="Google Shape;1487;p136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1488" name="Google Shape;1488;p136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489" name="Google Shape;1489;p136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490" name="Google Shape;1490;p136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79.xml"/><Relationship Id="rId42" Type="http://schemas.openxmlformats.org/officeDocument/2006/relationships/slideLayout" Target="../slideLayouts/slideLayout81.xml"/><Relationship Id="rId41" Type="http://schemas.openxmlformats.org/officeDocument/2006/relationships/slideLayout" Target="../slideLayouts/slideLayout80.xml"/><Relationship Id="rId44" Type="http://schemas.openxmlformats.org/officeDocument/2006/relationships/slideLayout" Target="../slideLayouts/slideLayout83.xml"/><Relationship Id="rId43" Type="http://schemas.openxmlformats.org/officeDocument/2006/relationships/slideLayout" Target="../slideLayouts/slideLayout82.xml"/><Relationship Id="rId46" Type="http://schemas.openxmlformats.org/officeDocument/2006/relationships/slideLayout" Target="../slideLayouts/slideLayout85.xml"/><Relationship Id="rId45" Type="http://schemas.openxmlformats.org/officeDocument/2006/relationships/slideLayout" Target="../slideLayouts/slideLayout84.xml"/><Relationship Id="rId1" Type="http://schemas.openxmlformats.org/officeDocument/2006/relationships/slideLayout" Target="../slideLayouts/slideLayout40.xml"/><Relationship Id="rId2" Type="http://schemas.openxmlformats.org/officeDocument/2006/relationships/slideLayout" Target="../slideLayouts/slideLayout41.xml"/><Relationship Id="rId3" Type="http://schemas.openxmlformats.org/officeDocument/2006/relationships/slideLayout" Target="../slideLayouts/slideLayout42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Relationship Id="rId48" Type="http://schemas.openxmlformats.org/officeDocument/2006/relationships/slideLayout" Target="../slideLayouts/slideLayout87.xml"/><Relationship Id="rId47" Type="http://schemas.openxmlformats.org/officeDocument/2006/relationships/slideLayout" Target="../slideLayouts/slideLayout86.xml"/><Relationship Id="rId49" Type="http://schemas.openxmlformats.org/officeDocument/2006/relationships/slideLayout" Target="../slideLayouts/slideLayout88.xml"/><Relationship Id="rId5" Type="http://schemas.openxmlformats.org/officeDocument/2006/relationships/slideLayout" Target="../slideLayouts/slideLayout44.xml"/><Relationship Id="rId6" Type="http://schemas.openxmlformats.org/officeDocument/2006/relationships/slideLayout" Target="../slideLayouts/slideLayout45.xml"/><Relationship Id="rId7" Type="http://schemas.openxmlformats.org/officeDocument/2006/relationships/slideLayout" Target="../slideLayouts/slideLayout46.xml"/><Relationship Id="rId8" Type="http://schemas.openxmlformats.org/officeDocument/2006/relationships/slideLayout" Target="../slideLayouts/slideLayout47.xml"/><Relationship Id="rId31" Type="http://schemas.openxmlformats.org/officeDocument/2006/relationships/slideLayout" Target="../slideLayouts/slideLayout70.xml"/><Relationship Id="rId30" Type="http://schemas.openxmlformats.org/officeDocument/2006/relationships/slideLayout" Target="../slideLayouts/slideLayout69.xml"/><Relationship Id="rId33" Type="http://schemas.openxmlformats.org/officeDocument/2006/relationships/slideLayout" Target="../slideLayouts/slideLayout72.xml"/><Relationship Id="rId32" Type="http://schemas.openxmlformats.org/officeDocument/2006/relationships/slideLayout" Target="../slideLayouts/slideLayout71.xml"/><Relationship Id="rId35" Type="http://schemas.openxmlformats.org/officeDocument/2006/relationships/slideLayout" Target="../slideLayouts/slideLayout74.xml"/><Relationship Id="rId34" Type="http://schemas.openxmlformats.org/officeDocument/2006/relationships/slideLayout" Target="../slideLayouts/slideLayout73.xml"/><Relationship Id="rId37" Type="http://schemas.openxmlformats.org/officeDocument/2006/relationships/slideLayout" Target="../slideLayouts/slideLayout76.xml"/><Relationship Id="rId36" Type="http://schemas.openxmlformats.org/officeDocument/2006/relationships/slideLayout" Target="../slideLayouts/slideLayout75.xml"/><Relationship Id="rId39" Type="http://schemas.openxmlformats.org/officeDocument/2006/relationships/slideLayout" Target="../slideLayouts/slideLayout78.xml"/><Relationship Id="rId38" Type="http://schemas.openxmlformats.org/officeDocument/2006/relationships/slideLayout" Target="../slideLayouts/slideLayout77.xml"/><Relationship Id="rId20" Type="http://schemas.openxmlformats.org/officeDocument/2006/relationships/slideLayout" Target="../slideLayouts/slideLayout59.xml"/><Relationship Id="rId22" Type="http://schemas.openxmlformats.org/officeDocument/2006/relationships/slideLayout" Target="../slideLayouts/slideLayout61.xml"/><Relationship Id="rId21" Type="http://schemas.openxmlformats.org/officeDocument/2006/relationships/slideLayout" Target="../slideLayouts/slideLayout60.xml"/><Relationship Id="rId24" Type="http://schemas.openxmlformats.org/officeDocument/2006/relationships/slideLayout" Target="../slideLayouts/slideLayout63.xml"/><Relationship Id="rId23" Type="http://schemas.openxmlformats.org/officeDocument/2006/relationships/slideLayout" Target="../slideLayouts/slideLayout62.xml"/><Relationship Id="rId26" Type="http://schemas.openxmlformats.org/officeDocument/2006/relationships/slideLayout" Target="../slideLayouts/slideLayout65.xml"/><Relationship Id="rId25" Type="http://schemas.openxmlformats.org/officeDocument/2006/relationships/slideLayout" Target="../slideLayouts/slideLayout64.xml"/><Relationship Id="rId28" Type="http://schemas.openxmlformats.org/officeDocument/2006/relationships/slideLayout" Target="../slideLayouts/slideLayout67.xml"/><Relationship Id="rId27" Type="http://schemas.openxmlformats.org/officeDocument/2006/relationships/slideLayout" Target="../slideLayouts/slideLayout66.xml"/><Relationship Id="rId29" Type="http://schemas.openxmlformats.org/officeDocument/2006/relationships/slideLayout" Target="../slideLayouts/slideLayout68.xml"/><Relationship Id="rId50" Type="http://schemas.openxmlformats.org/officeDocument/2006/relationships/theme" Target="../theme/theme2.xml"/><Relationship Id="rId11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49.xml"/><Relationship Id="rId13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51.xml"/><Relationship Id="rId15" Type="http://schemas.openxmlformats.org/officeDocument/2006/relationships/slideLayout" Target="../slideLayouts/slideLayout54.xml"/><Relationship Id="rId14" Type="http://schemas.openxmlformats.org/officeDocument/2006/relationships/slideLayout" Target="../slideLayouts/slideLayout53.xml"/><Relationship Id="rId17" Type="http://schemas.openxmlformats.org/officeDocument/2006/relationships/slideLayout" Target="../slideLayouts/slideLayout56.xml"/><Relationship Id="rId16" Type="http://schemas.openxmlformats.org/officeDocument/2006/relationships/slideLayout" Target="../slideLayouts/slideLayout55.xml"/><Relationship Id="rId19" Type="http://schemas.openxmlformats.org/officeDocument/2006/relationships/slideLayout" Target="../slideLayouts/slideLayout58.xml"/><Relationship Id="rId18" Type="http://schemas.openxmlformats.org/officeDocument/2006/relationships/slideLayout" Target="../slideLayouts/slideLayout57.xml"/></Relationships>
</file>

<file path=ppt/slideMasters/_rels/slideMaster3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128.xml"/><Relationship Id="rId42" Type="http://schemas.openxmlformats.org/officeDocument/2006/relationships/slideLayout" Target="../slideLayouts/slideLayout130.xml"/><Relationship Id="rId41" Type="http://schemas.openxmlformats.org/officeDocument/2006/relationships/slideLayout" Target="../slideLayouts/slideLayout129.xml"/><Relationship Id="rId44" Type="http://schemas.openxmlformats.org/officeDocument/2006/relationships/slideLayout" Target="../slideLayouts/slideLayout132.xml"/><Relationship Id="rId43" Type="http://schemas.openxmlformats.org/officeDocument/2006/relationships/slideLayout" Target="../slideLayouts/slideLayout131.xml"/><Relationship Id="rId46" Type="http://schemas.openxmlformats.org/officeDocument/2006/relationships/theme" Target="../theme/theme3.xml"/><Relationship Id="rId45" Type="http://schemas.openxmlformats.org/officeDocument/2006/relationships/slideLayout" Target="../slideLayouts/slideLayout133.xml"/><Relationship Id="rId1" Type="http://schemas.openxmlformats.org/officeDocument/2006/relationships/slideLayout" Target="../slideLayouts/slideLayout89.xml"/><Relationship Id="rId2" Type="http://schemas.openxmlformats.org/officeDocument/2006/relationships/slideLayout" Target="../slideLayouts/slideLayout90.xml"/><Relationship Id="rId3" Type="http://schemas.openxmlformats.org/officeDocument/2006/relationships/slideLayout" Target="../slideLayouts/slideLayout91.xml"/><Relationship Id="rId4" Type="http://schemas.openxmlformats.org/officeDocument/2006/relationships/slideLayout" Target="../slideLayouts/slideLayout92.xml"/><Relationship Id="rId9" Type="http://schemas.openxmlformats.org/officeDocument/2006/relationships/slideLayout" Target="../slideLayouts/slideLayout97.xml"/><Relationship Id="rId5" Type="http://schemas.openxmlformats.org/officeDocument/2006/relationships/slideLayout" Target="../slideLayouts/slideLayout93.xml"/><Relationship Id="rId6" Type="http://schemas.openxmlformats.org/officeDocument/2006/relationships/slideLayout" Target="../slideLayouts/slideLayout94.xml"/><Relationship Id="rId7" Type="http://schemas.openxmlformats.org/officeDocument/2006/relationships/slideLayout" Target="../slideLayouts/slideLayout95.xml"/><Relationship Id="rId8" Type="http://schemas.openxmlformats.org/officeDocument/2006/relationships/slideLayout" Target="../slideLayouts/slideLayout96.xml"/><Relationship Id="rId31" Type="http://schemas.openxmlformats.org/officeDocument/2006/relationships/slideLayout" Target="../slideLayouts/slideLayout119.xml"/><Relationship Id="rId30" Type="http://schemas.openxmlformats.org/officeDocument/2006/relationships/slideLayout" Target="../slideLayouts/slideLayout118.xml"/><Relationship Id="rId33" Type="http://schemas.openxmlformats.org/officeDocument/2006/relationships/slideLayout" Target="../slideLayouts/slideLayout121.xml"/><Relationship Id="rId32" Type="http://schemas.openxmlformats.org/officeDocument/2006/relationships/slideLayout" Target="../slideLayouts/slideLayout120.xml"/><Relationship Id="rId35" Type="http://schemas.openxmlformats.org/officeDocument/2006/relationships/slideLayout" Target="../slideLayouts/slideLayout123.xml"/><Relationship Id="rId34" Type="http://schemas.openxmlformats.org/officeDocument/2006/relationships/slideLayout" Target="../slideLayouts/slideLayout122.xml"/><Relationship Id="rId37" Type="http://schemas.openxmlformats.org/officeDocument/2006/relationships/slideLayout" Target="../slideLayouts/slideLayout125.xml"/><Relationship Id="rId36" Type="http://schemas.openxmlformats.org/officeDocument/2006/relationships/slideLayout" Target="../slideLayouts/slideLayout124.xml"/><Relationship Id="rId39" Type="http://schemas.openxmlformats.org/officeDocument/2006/relationships/slideLayout" Target="../slideLayouts/slideLayout127.xml"/><Relationship Id="rId38" Type="http://schemas.openxmlformats.org/officeDocument/2006/relationships/slideLayout" Target="../slideLayouts/slideLayout126.xml"/><Relationship Id="rId20" Type="http://schemas.openxmlformats.org/officeDocument/2006/relationships/slideLayout" Target="../slideLayouts/slideLayout108.xml"/><Relationship Id="rId22" Type="http://schemas.openxmlformats.org/officeDocument/2006/relationships/slideLayout" Target="../slideLayouts/slideLayout110.xml"/><Relationship Id="rId21" Type="http://schemas.openxmlformats.org/officeDocument/2006/relationships/slideLayout" Target="../slideLayouts/slideLayout109.xml"/><Relationship Id="rId24" Type="http://schemas.openxmlformats.org/officeDocument/2006/relationships/slideLayout" Target="../slideLayouts/slideLayout112.xml"/><Relationship Id="rId23" Type="http://schemas.openxmlformats.org/officeDocument/2006/relationships/slideLayout" Target="../slideLayouts/slideLayout111.xml"/><Relationship Id="rId26" Type="http://schemas.openxmlformats.org/officeDocument/2006/relationships/slideLayout" Target="../slideLayouts/slideLayout114.xml"/><Relationship Id="rId25" Type="http://schemas.openxmlformats.org/officeDocument/2006/relationships/slideLayout" Target="../slideLayouts/slideLayout113.xml"/><Relationship Id="rId28" Type="http://schemas.openxmlformats.org/officeDocument/2006/relationships/slideLayout" Target="../slideLayouts/slideLayout116.xml"/><Relationship Id="rId27" Type="http://schemas.openxmlformats.org/officeDocument/2006/relationships/slideLayout" Target="../slideLayouts/slideLayout115.xml"/><Relationship Id="rId29" Type="http://schemas.openxmlformats.org/officeDocument/2006/relationships/slideLayout" Target="../slideLayouts/slideLayout117.xml"/><Relationship Id="rId11" Type="http://schemas.openxmlformats.org/officeDocument/2006/relationships/slideLayout" Target="../slideLayouts/slideLayout99.xml"/><Relationship Id="rId10" Type="http://schemas.openxmlformats.org/officeDocument/2006/relationships/slideLayout" Target="../slideLayouts/slideLayout98.xml"/><Relationship Id="rId13" Type="http://schemas.openxmlformats.org/officeDocument/2006/relationships/slideLayout" Target="../slideLayouts/slideLayout101.xml"/><Relationship Id="rId12" Type="http://schemas.openxmlformats.org/officeDocument/2006/relationships/slideLayout" Target="../slideLayouts/slideLayout100.xml"/><Relationship Id="rId15" Type="http://schemas.openxmlformats.org/officeDocument/2006/relationships/slideLayout" Target="../slideLayouts/slideLayout103.xml"/><Relationship Id="rId14" Type="http://schemas.openxmlformats.org/officeDocument/2006/relationships/slideLayout" Target="../slideLayouts/slideLayout102.xml"/><Relationship Id="rId17" Type="http://schemas.openxmlformats.org/officeDocument/2006/relationships/slideLayout" Target="../slideLayouts/slideLayout105.xml"/><Relationship Id="rId16" Type="http://schemas.openxmlformats.org/officeDocument/2006/relationships/slideLayout" Target="../slideLayouts/slideLayout104.xml"/><Relationship Id="rId19" Type="http://schemas.openxmlformats.org/officeDocument/2006/relationships/slideLayout" Target="../slideLayouts/slideLayout107.xml"/><Relationship Id="rId18" Type="http://schemas.openxmlformats.org/officeDocument/2006/relationships/slideLayout" Target="../slideLayouts/slideLayout10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228600" y="85200"/>
            <a:ext cx="5236500" cy="10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 Medium"/>
              <a:buNone/>
              <a:defRPr sz="3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4562525" y="1518250"/>
            <a:ext cx="3880800" cy="27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</p:sldLayoutIdLst>
  <p:transition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33">
          <p15:clr>
            <a:srgbClr val="E46962"/>
          </p15:clr>
        </p15:guide>
        <p15:guide id="10" pos="4292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41"/>
          <p:cNvSpPr txBox="1"/>
          <p:nvPr>
            <p:ph idx="1" type="body"/>
          </p:nvPr>
        </p:nvSpPr>
        <p:spPr>
          <a:xfrm>
            <a:off x="228600" y="1833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Instrument Sans"/>
              <a:buChar char="■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435" name="Google Shape;435;p41"/>
          <p:cNvSpPr txBox="1"/>
          <p:nvPr>
            <p:ph type="title"/>
          </p:nvPr>
        </p:nvSpPr>
        <p:spPr>
          <a:xfrm>
            <a:off x="228600" y="256925"/>
            <a:ext cx="86283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436" name="Google Shape;436;p41"/>
          <p:cNvSpPr txBox="1"/>
          <p:nvPr>
            <p:ph idx="2" type="body"/>
          </p:nvPr>
        </p:nvSpPr>
        <p:spPr>
          <a:xfrm>
            <a:off x="4028050" y="1866850"/>
            <a:ext cx="3640800" cy="24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  <p:sldLayoutId id="2147483703" r:id="rId17"/>
    <p:sldLayoutId id="2147483704" r:id="rId18"/>
    <p:sldLayoutId id="2147483705" r:id="rId19"/>
    <p:sldLayoutId id="2147483706" r:id="rId20"/>
    <p:sldLayoutId id="2147483707" r:id="rId21"/>
    <p:sldLayoutId id="2147483708" r:id="rId22"/>
    <p:sldLayoutId id="2147483709" r:id="rId23"/>
    <p:sldLayoutId id="2147483710" r:id="rId24"/>
    <p:sldLayoutId id="2147483711" r:id="rId25"/>
    <p:sldLayoutId id="2147483712" r:id="rId26"/>
    <p:sldLayoutId id="2147483713" r:id="rId27"/>
    <p:sldLayoutId id="2147483714" r:id="rId28"/>
    <p:sldLayoutId id="2147483715" r:id="rId29"/>
    <p:sldLayoutId id="2147483716" r:id="rId30"/>
    <p:sldLayoutId id="2147483717" r:id="rId31"/>
    <p:sldLayoutId id="2147483718" r:id="rId32"/>
    <p:sldLayoutId id="2147483719" r:id="rId33"/>
    <p:sldLayoutId id="2147483720" r:id="rId34"/>
    <p:sldLayoutId id="2147483721" r:id="rId35"/>
    <p:sldLayoutId id="2147483722" r:id="rId36"/>
    <p:sldLayoutId id="2147483723" r:id="rId37"/>
    <p:sldLayoutId id="2147483724" r:id="rId38"/>
    <p:sldLayoutId id="2147483725" r:id="rId39"/>
    <p:sldLayoutId id="2147483726" r:id="rId40"/>
    <p:sldLayoutId id="2147483727" r:id="rId41"/>
    <p:sldLayoutId id="2147483728" r:id="rId42"/>
    <p:sldLayoutId id="2147483729" r:id="rId43"/>
    <p:sldLayoutId id="2147483730" r:id="rId44"/>
    <p:sldLayoutId id="2147483731" r:id="rId45"/>
    <p:sldLayoutId id="2147483732" r:id="rId46"/>
    <p:sldLayoutId id="2147483733" r:id="rId47"/>
    <p:sldLayoutId id="2147483734" r:id="rId48"/>
    <p:sldLayoutId id="2147483735" r:id="rId49"/>
  </p:sldLayoutIdLst>
  <p:transition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474">
          <p15:clr>
            <a:srgbClr val="E46962"/>
          </p15:clr>
        </p15:guide>
        <p15:guide id="2" pos="1548">
          <p15:clr>
            <a:srgbClr val="E46962"/>
          </p15:clr>
        </p15:guide>
        <p15:guide id="3" pos="2842">
          <p15:clr>
            <a:srgbClr val="E46962"/>
          </p15:clr>
        </p15:guide>
        <p15:guide id="4" pos="2916">
          <p15:clr>
            <a:srgbClr val="E46962"/>
          </p15:clr>
        </p15:guide>
        <p15:guide id="5" pos="4211">
          <p15:clr>
            <a:srgbClr val="E46962"/>
          </p15:clr>
        </p15:guide>
        <p15:guide id="6" pos="4285">
          <p15:clr>
            <a:srgbClr val="E46962"/>
          </p15:clr>
        </p15:guide>
        <p15:guide id="7" pos="1926">
          <p15:clr>
            <a:srgbClr val="E46962"/>
          </p15:clr>
        </p15:guide>
        <p15:guide id="8" pos="2007">
          <p15:clr>
            <a:srgbClr val="E46962"/>
          </p15:clr>
        </p15:guide>
        <p15:guide id="9" pos="3753">
          <p15:clr>
            <a:srgbClr val="E46962"/>
          </p15:clr>
        </p15:guide>
        <p15:guide id="10" pos="3833">
          <p15:clr>
            <a:srgbClr val="E46962"/>
          </p15:clr>
        </p15:guide>
        <p15:guide id="11" orient="horz" pos="299">
          <p15:clr>
            <a:srgbClr val="E46962"/>
          </p15:clr>
        </p15:guide>
        <p15:guide id="12" orient="horz" pos="907">
          <p15:clr>
            <a:srgbClr val="E46962"/>
          </p15:clr>
        </p15:guide>
        <p15:guide id="13" orient="horz" pos="981">
          <p15:clr>
            <a:srgbClr val="E46962"/>
          </p15:clr>
        </p15:guide>
        <p15:guide id="14" orient="horz" pos="1583">
          <p15:clr>
            <a:srgbClr val="E46962"/>
          </p15:clr>
        </p15:guide>
        <p15:guide id="15" orient="horz" pos="1657">
          <p15:clr>
            <a:srgbClr val="E46962"/>
          </p15:clr>
        </p15:guide>
        <p15:guide id="16" orient="horz" pos="2259">
          <p15:clr>
            <a:srgbClr val="E46962"/>
          </p15:clr>
        </p15:guide>
        <p15:guide id="17" orient="horz" pos="2333">
          <p15:clr>
            <a:srgbClr val="E46962"/>
          </p15:clr>
        </p15:guide>
        <p15:guide id="18" orient="horz" pos="2941">
          <p15:clr>
            <a:srgbClr val="E46962"/>
          </p15:clr>
        </p15:guide>
        <p15:guide id="19" pos="179">
          <p15:clr>
            <a:srgbClr val="E46962"/>
          </p15:clr>
        </p15:guide>
        <p15:guide id="20" orient="horz" pos="180">
          <p15:clr>
            <a:srgbClr val="E46962"/>
          </p15:clr>
        </p15:guide>
        <p15:guide id="21" orient="horz" pos="3061">
          <p15:clr>
            <a:srgbClr val="E46962"/>
          </p15:clr>
        </p15:guide>
        <p15:guide id="22" pos="5579">
          <p15:clr>
            <a:srgbClr val="E46962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9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885" name="Google Shape;885;p9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886" name="Google Shape;886;p9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49" r:id="rId14"/>
    <p:sldLayoutId id="2147483750" r:id="rId15"/>
    <p:sldLayoutId id="2147483751" r:id="rId16"/>
    <p:sldLayoutId id="2147483752" r:id="rId17"/>
    <p:sldLayoutId id="2147483753" r:id="rId18"/>
    <p:sldLayoutId id="2147483754" r:id="rId19"/>
    <p:sldLayoutId id="2147483755" r:id="rId20"/>
    <p:sldLayoutId id="2147483756" r:id="rId21"/>
    <p:sldLayoutId id="2147483757" r:id="rId22"/>
    <p:sldLayoutId id="2147483758" r:id="rId23"/>
    <p:sldLayoutId id="2147483759" r:id="rId24"/>
    <p:sldLayoutId id="2147483760" r:id="rId25"/>
    <p:sldLayoutId id="2147483761" r:id="rId26"/>
    <p:sldLayoutId id="2147483762" r:id="rId27"/>
    <p:sldLayoutId id="2147483763" r:id="rId28"/>
    <p:sldLayoutId id="2147483764" r:id="rId29"/>
    <p:sldLayoutId id="2147483765" r:id="rId30"/>
    <p:sldLayoutId id="2147483766" r:id="rId31"/>
    <p:sldLayoutId id="2147483767" r:id="rId32"/>
    <p:sldLayoutId id="2147483768" r:id="rId33"/>
    <p:sldLayoutId id="2147483769" r:id="rId34"/>
    <p:sldLayoutId id="2147483770" r:id="rId35"/>
    <p:sldLayoutId id="2147483771" r:id="rId36"/>
    <p:sldLayoutId id="2147483772" r:id="rId37"/>
    <p:sldLayoutId id="2147483773" r:id="rId38"/>
    <p:sldLayoutId id="2147483774" r:id="rId39"/>
    <p:sldLayoutId id="2147483775" r:id="rId40"/>
    <p:sldLayoutId id="2147483776" r:id="rId41"/>
    <p:sldLayoutId id="2147483777" r:id="rId42"/>
    <p:sldLayoutId id="2147483778" r:id="rId43"/>
    <p:sldLayoutId id="2147483779" r:id="rId44"/>
    <p:sldLayoutId id="2147483780" r:id="rId45"/>
  </p:sldLayoutIdLst>
  <p:transition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4" name="Shape 1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5" name="Google Shape;1495;p1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888" y="2072200"/>
            <a:ext cx="3095625" cy="2238375"/>
          </a:xfrm>
          <a:prstGeom prst="rect">
            <a:avLst/>
          </a:prstGeom>
          <a:noFill/>
          <a:ln>
            <a:noFill/>
          </a:ln>
        </p:spPr>
      </p:pic>
      <p:sp>
        <p:nvSpPr>
          <p:cNvPr id="1496" name="Google Shape;1496;p137"/>
          <p:cNvSpPr txBox="1"/>
          <p:nvPr/>
        </p:nvSpPr>
        <p:spPr>
          <a:xfrm>
            <a:off x="535000" y="635050"/>
            <a:ext cx="8068500" cy="6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rgbClr val="2C3E50"/>
                </a:solidFill>
                <a:latin typeface="Verdana"/>
                <a:ea typeface="Verdana"/>
                <a:cs typeface="Verdana"/>
                <a:sym typeface="Verdana"/>
              </a:rPr>
              <a:t>A* (A-Star) Algorithm</a:t>
            </a:r>
            <a:endParaRPr b="1" sz="4800">
              <a:solidFill>
                <a:srgbClr val="2C3E5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graphicFrame>
        <p:nvGraphicFramePr>
          <p:cNvPr id="1497" name="Google Shape;1497;p137"/>
          <p:cNvGraphicFramePr/>
          <p:nvPr/>
        </p:nvGraphicFramePr>
        <p:xfrm>
          <a:off x="4629475" y="3300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{F7C24052-DEA8-47DA-9B79-3D67CE883D7A}</a:tableStyleId>
              </a:tblPr>
              <a:tblGrid>
                <a:gridCol w="1247775"/>
                <a:gridCol w="704850"/>
                <a:gridCol w="1857375"/>
              </a:tblGrid>
              <a:tr h="1270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ulish"/>
                          <a:ea typeface="Mulish"/>
                          <a:cs typeface="Mulish"/>
                          <a:sym typeface="Mulish"/>
                        </a:rPr>
                        <a:t>Name</a:t>
                      </a:r>
                      <a:endParaRPr sz="1200">
                        <a:latin typeface="Mulish"/>
                        <a:ea typeface="Mulish"/>
                        <a:cs typeface="Mulish"/>
                        <a:sym typeface="Mulish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ulish"/>
                          <a:ea typeface="Mulish"/>
                          <a:cs typeface="Mulish"/>
                          <a:sym typeface="Mulish"/>
                        </a:rPr>
                        <a:t>:</a:t>
                      </a:r>
                      <a:endParaRPr sz="1200">
                        <a:latin typeface="Mulish"/>
                        <a:ea typeface="Mulish"/>
                        <a:cs typeface="Mulish"/>
                        <a:sym typeface="Mulish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ulish"/>
                          <a:ea typeface="Mulish"/>
                          <a:cs typeface="Mulish"/>
                          <a:sym typeface="Mulish"/>
                        </a:rPr>
                        <a:t>Mohotasir Al Mamun </a:t>
                      </a:r>
                      <a:endParaRPr sz="1200">
                        <a:latin typeface="Mulish"/>
                        <a:ea typeface="Mulish"/>
                        <a:cs typeface="Mulish"/>
                        <a:sym typeface="Mulish"/>
                      </a:endParaRPr>
                    </a:p>
                  </a:txBody>
                  <a:tcPr marT="63500" marB="63500" marR="63500" marL="63500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ulish"/>
                          <a:ea typeface="Mulish"/>
                          <a:cs typeface="Mulish"/>
                          <a:sym typeface="Mulish"/>
                        </a:rPr>
                        <a:t>Registration ID</a:t>
                      </a:r>
                      <a:endParaRPr sz="1200">
                        <a:latin typeface="Mulish"/>
                        <a:ea typeface="Mulish"/>
                        <a:cs typeface="Mulish"/>
                        <a:sym typeface="Mulish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ulish"/>
                          <a:ea typeface="Mulish"/>
                          <a:cs typeface="Mulish"/>
                          <a:sym typeface="Mulish"/>
                        </a:rPr>
                        <a:t>:</a:t>
                      </a:r>
                      <a:endParaRPr sz="1200">
                        <a:latin typeface="Mulish"/>
                        <a:ea typeface="Mulish"/>
                        <a:cs typeface="Mulish"/>
                        <a:sym typeface="Mulish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ulish"/>
                          <a:ea typeface="Mulish"/>
                          <a:cs typeface="Mulish"/>
                          <a:sym typeface="Mulish"/>
                        </a:rPr>
                        <a:t>22101036</a:t>
                      </a:r>
                      <a:endParaRPr sz="1200">
                        <a:latin typeface="Mulish"/>
                        <a:ea typeface="Mulish"/>
                        <a:cs typeface="Mulish"/>
                        <a:sym typeface="Mulish"/>
                      </a:endParaRPr>
                    </a:p>
                  </a:txBody>
                  <a:tcPr marT="63500" marB="63500" marR="63500" marL="63500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ulish"/>
                          <a:ea typeface="Mulish"/>
                          <a:cs typeface="Mulish"/>
                          <a:sym typeface="Mulish"/>
                        </a:rPr>
                        <a:t>Section</a:t>
                      </a:r>
                      <a:endParaRPr sz="1200">
                        <a:latin typeface="Mulish"/>
                        <a:ea typeface="Mulish"/>
                        <a:cs typeface="Mulish"/>
                        <a:sym typeface="Mulish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ulish"/>
                          <a:ea typeface="Mulish"/>
                          <a:cs typeface="Mulish"/>
                          <a:sym typeface="Mulish"/>
                        </a:rPr>
                        <a:t>:</a:t>
                      </a:r>
                      <a:endParaRPr sz="1200">
                        <a:latin typeface="Mulish"/>
                        <a:ea typeface="Mulish"/>
                        <a:cs typeface="Mulish"/>
                        <a:sym typeface="Mulish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ulish"/>
                          <a:ea typeface="Mulish"/>
                          <a:cs typeface="Mulish"/>
                          <a:sym typeface="Mulish"/>
                        </a:rPr>
                        <a:t>A</a:t>
                      </a:r>
                      <a:endParaRPr sz="1200">
                        <a:latin typeface="Mulish"/>
                        <a:ea typeface="Mulish"/>
                        <a:cs typeface="Mulish"/>
                        <a:sym typeface="Mulish"/>
                      </a:endParaRPr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1" name="Shape 1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2" name="Google Shape;1502;p138"/>
          <p:cNvSpPr txBox="1"/>
          <p:nvPr/>
        </p:nvSpPr>
        <p:spPr>
          <a:xfrm>
            <a:off x="1504950" y="1475325"/>
            <a:ext cx="6572400" cy="22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Mulish"/>
                <a:ea typeface="Mulish"/>
                <a:cs typeface="Mulish"/>
                <a:sym typeface="Mulish"/>
              </a:rPr>
              <a:t>Implement </a:t>
            </a:r>
            <a:r>
              <a:rPr b="1" lang="en" sz="1300">
                <a:latin typeface="Mulish"/>
                <a:ea typeface="Mulish"/>
                <a:cs typeface="Mulish"/>
                <a:sym typeface="Mulish"/>
              </a:rPr>
              <a:t>A*</a:t>
            </a:r>
            <a:r>
              <a:rPr lang="en" sz="1300">
                <a:latin typeface="Mulish"/>
                <a:ea typeface="Mulish"/>
                <a:cs typeface="Mulish"/>
                <a:sym typeface="Mulish"/>
              </a:rPr>
              <a:t> algorithm for robot navigation with terrain costs</a:t>
            </a:r>
            <a:br>
              <a:rPr lang="en" sz="1300">
                <a:latin typeface="Mulish"/>
                <a:ea typeface="Mulish"/>
                <a:cs typeface="Mulish"/>
                <a:sym typeface="Mulish"/>
              </a:rPr>
            </a:br>
            <a:endParaRPr sz="1300"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Mulish"/>
                <a:ea typeface="Mulish"/>
                <a:cs typeface="Mulish"/>
                <a:sym typeface="Mulish"/>
              </a:rPr>
              <a:t>Support </a:t>
            </a:r>
            <a:r>
              <a:rPr b="1" lang="en" sz="1300">
                <a:latin typeface="Mulish"/>
                <a:ea typeface="Mulish"/>
                <a:cs typeface="Mulish"/>
                <a:sym typeface="Mulish"/>
              </a:rPr>
              <a:t>8-directional movement</a:t>
            </a:r>
            <a:r>
              <a:rPr lang="en" sz="1300">
                <a:latin typeface="Mulish"/>
                <a:ea typeface="Mulish"/>
                <a:cs typeface="Mulish"/>
                <a:sym typeface="Mulish"/>
              </a:rPr>
              <a:t> (with diagonal penalty)</a:t>
            </a:r>
            <a:br>
              <a:rPr lang="en" sz="1300">
                <a:latin typeface="Mulish"/>
                <a:ea typeface="Mulish"/>
                <a:cs typeface="Mulish"/>
                <a:sym typeface="Mulish"/>
              </a:rPr>
            </a:br>
            <a:endParaRPr sz="1300"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Mulish"/>
                <a:ea typeface="Mulish"/>
                <a:cs typeface="Mulish"/>
                <a:sym typeface="Mulish"/>
              </a:rPr>
              <a:t>Compare </a:t>
            </a:r>
            <a:r>
              <a:rPr b="1" lang="en" sz="1300">
                <a:latin typeface="Mulish"/>
                <a:ea typeface="Mulish"/>
                <a:cs typeface="Mulish"/>
                <a:sym typeface="Mulish"/>
              </a:rPr>
              <a:t>three heuristics</a:t>
            </a:r>
            <a:r>
              <a:rPr lang="en" sz="1300">
                <a:latin typeface="Mulish"/>
                <a:ea typeface="Mulish"/>
                <a:cs typeface="Mulish"/>
                <a:sym typeface="Mulish"/>
              </a:rPr>
              <a:t>: Manhattan, Diagonal, Euclidean</a:t>
            </a:r>
            <a:br>
              <a:rPr lang="en" sz="1300">
                <a:latin typeface="Mulish"/>
                <a:ea typeface="Mulish"/>
                <a:cs typeface="Mulish"/>
                <a:sym typeface="Mulish"/>
              </a:rPr>
            </a:br>
            <a:endParaRPr sz="1300"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Mulish"/>
                <a:ea typeface="Mulish"/>
                <a:cs typeface="Mulish"/>
                <a:sym typeface="Mulish"/>
              </a:rPr>
              <a:t>Analyze </a:t>
            </a:r>
            <a:r>
              <a:rPr b="1" lang="en" sz="1300">
                <a:latin typeface="Mulish"/>
                <a:ea typeface="Mulish"/>
                <a:cs typeface="Mulish"/>
                <a:sym typeface="Mulish"/>
              </a:rPr>
              <a:t>path optimality, efficiency, and runtime</a:t>
            </a:r>
            <a:br>
              <a:rPr b="1" lang="en" sz="1300">
                <a:latin typeface="Mulish"/>
                <a:ea typeface="Mulish"/>
                <a:cs typeface="Mulish"/>
                <a:sym typeface="Mulish"/>
              </a:rPr>
            </a:br>
            <a:endParaRPr b="1" sz="1300"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Mulish"/>
                <a:ea typeface="Mulish"/>
                <a:cs typeface="Mulish"/>
                <a:sym typeface="Mulish"/>
              </a:rPr>
              <a:t>Understand </a:t>
            </a:r>
            <a:r>
              <a:rPr b="1" lang="en" sz="1300">
                <a:latin typeface="Mulish"/>
                <a:ea typeface="Mulish"/>
                <a:cs typeface="Mulish"/>
                <a:sym typeface="Mulish"/>
              </a:rPr>
              <a:t>heuristic trade-offs</a:t>
            </a:r>
            <a:r>
              <a:rPr lang="en" sz="1300">
                <a:latin typeface="Mulish"/>
                <a:ea typeface="Mulish"/>
                <a:cs typeface="Mulish"/>
                <a:sym typeface="Mulish"/>
              </a:rPr>
              <a:t> in pathfinding</a:t>
            </a:r>
            <a:endParaRPr sz="1300"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503" name="Google Shape;1503;p138"/>
          <p:cNvSpPr txBox="1"/>
          <p:nvPr/>
        </p:nvSpPr>
        <p:spPr>
          <a:xfrm>
            <a:off x="889750" y="598400"/>
            <a:ext cx="3798900" cy="5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73763"/>
                </a:solidFill>
                <a:latin typeface="Mulish"/>
                <a:ea typeface="Mulish"/>
                <a:cs typeface="Mulish"/>
                <a:sym typeface="Mulish"/>
              </a:rPr>
              <a:t>Objective</a:t>
            </a:r>
            <a:endParaRPr b="1" sz="2200">
              <a:solidFill>
                <a:srgbClr val="073763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cxnSp>
        <p:nvCxnSpPr>
          <p:cNvPr id="1504" name="Google Shape;1504;p138"/>
          <p:cNvCxnSpPr/>
          <p:nvPr/>
        </p:nvCxnSpPr>
        <p:spPr>
          <a:xfrm>
            <a:off x="889750" y="661700"/>
            <a:ext cx="0" cy="433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05" name="Google Shape;1505;p138"/>
          <p:cNvSpPr/>
          <p:nvPr/>
        </p:nvSpPr>
        <p:spPr>
          <a:xfrm>
            <a:off x="1132075" y="1475325"/>
            <a:ext cx="339000" cy="317400"/>
          </a:xfrm>
          <a:prstGeom prst="ellipse">
            <a:avLst/>
          </a:prstGeom>
          <a:solidFill>
            <a:srgbClr val="A2C4C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nstrument Sans"/>
                <a:ea typeface="Instrument Sans"/>
                <a:cs typeface="Instrument Sans"/>
                <a:sym typeface="Instrument Sans"/>
              </a:rPr>
              <a:t>1</a:t>
            </a:r>
            <a:endParaRPr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506" name="Google Shape;1506;p138"/>
          <p:cNvSpPr/>
          <p:nvPr/>
        </p:nvSpPr>
        <p:spPr>
          <a:xfrm>
            <a:off x="1132075" y="1868988"/>
            <a:ext cx="339000" cy="317400"/>
          </a:xfrm>
          <a:prstGeom prst="ellipse">
            <a:avLst/>
          </a:prstGeom>
          <a:solidFill>
            <a:srgbClr val="A2C4C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nstrument Sans"/>
                <a:ea typeface="Instrument Sans"/>
                <a:cs typeface="Instrument Sans"/>
                <a:sym typeface="Instrument Sans"/>
              </a:rPr>
              <a:t>2</a:t>
            </a:r>
            <a:endParaRPr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507" name="Google Shape;1507;p138"/>
          <p:cNvSpPr/>
          <p:nvPr/>
        </p:nvSpPr>
        <p:spPr>
          <a:xfrm>
            <a:off x="1166275" y="2262650"/>
            <a:ext cx="339000" cy="317400"/>
          </a:xfrm>
          <a:prstGeom prst="ellipse">
            <a:avLst/>
          </a:prstGeom>
          <a:solidFill>
            <a:srgbClr val="A2C4C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nstrument Sans"/>
                <a:ea typeface="Instrument Sans"/>
                <a:cs typeface="Instrument Sans"/>
                <a:sym typeface="Instrument Sans"/>
              </a:rPr>
              <a:t>3</a:t>
            </a:r>
            <a:endParaRPr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508" name="Google Shape;1508;p138"/>
          <p:cNvSpPr/>
          <p:nvPr/>
        </p:nvSpPr>
        <p:spPr>
          <a:xfrm>
            <a:off x="1166275" y="2703988"/>
            <a:ext cx="339000" cy="317400"/>
          </a:xfrm>
          <a:prstGeom prst="ellipse">
            <a:avLst/>
          </a:prstGeom>
          <a:solidFill>
            <a:srgbClr val="A2C4C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nstrument Sans"/>
                <a:ea typeface="Instrument Sans"/>
                <a:cs typeface="Instrument Sans"/>
                <a:sym typeface="Instrument Sans"/>
              </a:rPr>
              <a:t>4</a:t>
            </a:r>
            <a:endParaRPr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509" name="Google Shape;1509;p138"/>
          <p:cNvSpPr/>
          <p:nvPr/>
        </p:nvSpPr>
        <p:spPr>
          <a:xfrm>
            <a:off x="1166275" y="3145350"/>
            <a:ext cx="339000" cy="317400"/>
          </a:xfrm>
          <a:prstGeom prst="ellipse">
            <a:avLst/>
          </a:prstGeom>
          <a:solidFill>
            <a:srgbClr val="A2C4C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nstrument Sans"/>
                <a:ea typeface="Instrument Sans"/>
                <a:cs typeface="Instrument Sans"/>
                <a:sym typeface="Instrument Sans"/>
              </a:rPr>
              <a:t>5</a:t>
            </a:r>
            <a:endParaRPr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3" name="Shape 1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4" name="Google Shape;1514;p1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8725" y="232700"/>
            <a:ext cx="6280750" cy="4371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8" name="Shape 1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9" name="Google Shape;1519;p1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9050" y="93750"/>
            <a:ext cx="6908908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3" name="Shape 1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4" name="Google Shape;1524;p141" title="astar_flowchar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3725" y="210950"/>
            <a:ext cx="4219200" cy="481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8" name="Shape 1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9" name="Google Shape;1529;p142"/>
          <p:cNvSpPr txBox="1"/>
          <p:nvPr/>
        </p:nvSpPr>
        <p:spPr>
          <a:xfrm>
            <a:off x="889750" y="598400"/>
            <a:ext cx="3798900" cy="5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73763"/>
                </a:solidFill>
                <a:latin typeface="Mulish"/>
                <a:ea typeface="Mulish"/>
                <a:cs typeface="Mulish"/>
                <a:sym typeface="Mulish"/>
              </a:rPr>
              <a:t>Heuristic</a:t>
            </a:r>
            <a:endParaRPr b="1" sz="2200">
              <a:solidFill>
                <a:srgbClr val="073763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cxnSp>
        <p:nvCxnSpPr>
          <p:cNvPr id="1530" name="Google Shape;1530;p142"/>
          <p:cNvCxnSpPr/>
          <p:nvPr/>
        </p:nvCxnSpPr>
        <p:spPr>
          <a:xfrm>
            <a:off x="742950" y="670975"/>
            <a:ext cx="10500" cy="4233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531" name="Google Shape;1531;p142"/>
          <p:cNvGrpSpPr/>
          <p:nvPr/>
        </p:nvGrpSpPr>
        <p:grpSpPr>
          <a:xfrm>
            <a:off x="3240622" y="3203549"/>
            <a:ext cx="3074388" cy="1390974"/>
            <a:chOff x="2428864" y="1778521"/>
            <a:chExt cx="4034100" cy="1586602"/>
          </a:xfrm>
        </p:grpSpPr>
        <p:sp>
          <p:nvSpPr>
            <p:cNvPr id="1532" name="Google Shape;1532;p142"/>
            <p:cNvSpPr/>
            <p:nvPr/>
          </p:nvSpPr>
          <p:spPr>
            <a:xfrm>
              <a:off x="2428864" y="2060422"/>
              <a:ext cx="4034100" cy="1304700"/>
            </a:xfrm>
            <a:prstGeom prst="roundRect">
              <a:avLst>
                <a:gd fmla="val 16667" name="adj"/>
              </a:avLst>
            </a:prstGeom>
            <a:solidFill>
              <a:srgbClr val="C0E6F1"/>
            </a:solidFill>
            <a:ln cap="flat" cmpd="sng" w="9525">
              <a:solidFill>
                <a:srgbClr val="031C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rotWithShape="0" algn="bl" dir="2580000" dist="342900">
                <a:srgbClr val="FF8964"/>
              </a:outerShdw>
            </a:effectLst>
          </p:spPr>
          <p:txBody>
            <a:bodyPr anchorCtr="0" anchor="ctr" bIns="137150" lIns="91425" spcFirstLastPara="1" rIns="91425" wrap="square" tIns="18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solidFill>
                  <a:srgbClr val="031C00"/>
                </a:solidFill>
                <a:latin typeface="Corben"/>
                <a:ea typeface="Corben"/>
                <a:cs typeface="Corben"/>
                <a:sym typeface="Corben"/>
              </a:endParaRPr>
            </a:p>
          </p:txBody>
        </p:sp>
        <p:sp>
          <p:nvSpPr>
            <p:cNvPr id="1533" name="Google Shape;1533;p142"/>
            <p:cNvSpPr/>
            <p:nvPr/>
          </p:nvSpPr>
          <p:spPr>
            <a:xfrm>
              <a:off x="2696236" y="1778521"/>
              <a:ext cx="2084100" cy="566100"/>
            </a:xfrm>
            <a:prstGeom prst="roundRect">
              <a:avLst>
                <a:gd fmla="val 16667" name="adj"/>
              </a:avLst>
            </a:prstGeom>
            <a:solidFill>
              <a:srgbClr val="F3F3F3"/>
            </a:solidFill>
            <a:ln cap="flat" cmpd="sng" w="9525">
              <a:solidFill>
                <a:srgbClr val="031C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75" lIns="182875" spcFirstLastPara="1" rIns="182875" wrap="square" tIns="1828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i="1" lang="en">
                  <a:solidFill>
                    <a:srgbClr val="031C00"/>
                  </a:solidFill>
                  <a:latin typeface="Inter Tight"/>
                  <a:ea typeface="Inter Tight"/>
                  <a:cs typeface="Inter Tight"/>
                  <a:sym typeface="Inter Tight"/>
                </a:rPr>
                <a:t>Diagonal Distance</a:t>
              </a:r>
              <a:endParaRPr b="1" i="1">
                <a:solidFill>
                  <a:srgbClr val="031C00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534" name="Google Shape;1534;p142"/>
            <p:cNvSpPr txBox="1"/>
            <p:nvPr/>
          </p:nvSpPr>
          <p:spPr>
            <a:xfrm>
              <a:off x="2696225" y="2422075"/>
              <a:ext cx="3511500" cy="81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27425">
              <a:noAutofit/>
            </a:bodyPr>
            <a:lstStyle/>
            <a:p>
              <a:pPr indent="0" lvl="0" marL="0" rtl="0"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031C00"/>
                  </a:solidFill>
                  <a:latin typeface="Corben"/>
                  <a:ea typeface="Corben"/>
                  <a:cs typeface="Corben"/>
                  <a:sym typeface="Corben"/>
                </a:rPr>
                <a:t>h(n) = max(|x₁-x₂|, |y₁-y₂|)</a:t>
              </a:r>
              <a:endParaRPr>
                <a:solidFill>
                  <a:srgbClr val="031C00"/>
                </a:solidFill>
                <a:latin typeface="Corben"/>
                <a:ea typeface="Corben"/>
                <a:cs typeface="Corben"/>
                <a:sym typeface="Corben"/>
              </a:endParaRPr>
            </a:p>
            <a:p>
              <a:pPr indent="0" lvl="0" marL="0" rtl="0"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031C00"/>
                  </a:solidFill>
                  <a:latin typeface="Corben"/>
                  <a:ea typeface="Corben"/>
                  <a:cs typeface="Corben"/>
                  <a:sym typeface="Corben"/>
                </a:rPr>
                <a:t>Best for: 8-directional movement (like chess king)</a:t>
              </a:r>
              <a:endParaRPr>
                <a:solidFill>
                  <a:srgbClr val="031C00"/>
                </a:solidFill>
                <a:latin typeface="Corben"/>
                <a:ea typeface="Corben"/>
                <a:cs typeface="Corben"/>
                <a:sym typeface="Corben"/>
              </a:endParaRPr>
            </a:p>
            <a:p>
              <a:pPr indent="0" lvl="0" marL="0" rtl="0"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31C00"/>
                </a:solidFill>
                <a:latin typeface="Corben"/>
                <a:ea typeface="Corben"/>
                <a:cs typeface="Corben"/>
                <a:sym typeface="Corben"/>
              </a:endParaRPr>
            </a:p>
            <a:p>
              <a:pPr indent="0" lvl="0" marL="0" rtl="0"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31C00"/>
                </a:solidFill>
                <a:latin typeface="Corben"/>
                <a:ea typeface="Corben"/>
                <a:cs typeface="Corben"/>
                <a:sym typeface="Corben"/>
              </a:endParaRPr>
            </a:p>
          </p:txBody>
        </p:sp>
      </p:grpSp>
      <p:grpSp>
        <p:nvGrpSpPr>
          <p:cNvPr id="1535" name="Google Shape;1535;p142"/>
          <p:cNvGrpSpPr/>
          <p:nvPr/>
        </p:nvGrpSpPr>
        <p:grpSpPr>
          <a:xfrm>
            <a:off x="5307147" y="1339474"/>
            <a:ext cx="3074388" cy="1390974"/>
            <a:chOff x="2428864" y="1778521"/>
            <a:chExt cx="4034100" cy="1586602"/>
          </a:xfrm>
        </p:grpSpPr>
        <p:sp>
          <p:nvSpPr>
            <p:cNvPr id="1536" name="Google Shape;1536;p142"/>
            <p:cNvSpPr/>
            <p:nvPr/>
          </p:nvSpPr>
          <p:spPr>
            <a:xfrm>
              <a:off x="2428864" y="2060422"/>
              <a:ext cx="4034100" cy="1304700"/>
            </a:xfrm>
            <a:prstGeom prst="roundRect">
              <a:avLst>
                <a:gd fmla="val 16667" name="adj"/>
              </a:avLst>
            </a:prstGeom>
            <a:solidFill>
              <a:srgbClr val="C0E6F1"/>
            </a:solidFill>
            <a:ln cap="flat" cmpd="sng" w="9525">
              <a:solidFill>
                <a:srgbClr val="031C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rotWithShape="0" algn="bl" dir="2580000" dist="342900">
                <a:srgbClr val="FF8964"/>
              </a:outerShdw>
            </a:effectLst>
          </p:spPr>
          <p:txBody>
            <a:bodyPr anchorCtr="0" anchor="ctr" bIns="137150" lIns="91425" spcFirstLastPara="1" rIns="91425" wrap="square" tIns="18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solidFill>
                  <a:srgbClr val="031C00"/>
                </a:solidFill>
                <a:latin typeface="Corben"/>
                <a:ea typeface="Corben"/>
                <a:cs typeface="Corben"/>
                <a:sym typeface="Corben"/>
              </a:endParaRPr>
            </a:p>
          </p:txBody>
        </p:sp>
        <p:sp>
          <p:nvSpPr>
            <p:cNvPr id="1537" name="Google Shape;1537;p142"/>
            <p:cNvSpPr/>
            <p:nvPr/>
          </p:nvSpPr>
          <p:spPr>
            <a:xfrm>
              <a:off x="2696236" y="1778521"/>
              <a:ext cx="2084100" cy="566100"/>
            </a:xfrm>
            <a:prstGeom prst="roundRect">
              <a:avLst>
                <a:gd fmla="val 16667" name="adj"/>
              </a:avLst>
            </a:prstGeom>
            <a:solidFill>
              <a:srgbClr val="F3F3F3"/>
            </a:solidFill>
            <a:ln cap="flat" cmpd="sng" w="9525">
              <a:solidFill>
                <a:srgbClr val="031C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75" lIns="182875" spcFirstLastPara="1" rIns="182875" wrap="square" tIns="1828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i="1" lang="en">
                  <a:solidFill>
                    <a:srgbClr val="031C00"/>
                  </a:solidFill>
                  <a:latin typeface="Inter Tight"/>
                  <a:ea typeface="Inter Tight"/>
                  <a:cs typeface="Inter Tight"/>
                  <a:sym typeface="Inter Tight"/>
                </a:rPr>
                <a:t>Euclidean Distance </a:t>
              </a:r>
              <a:endParaRPr b="1" i="1">
                <a:solidFill>
                  <a:srgbClr val="031C00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538" name="Google Shape;1538;p142"/>
            <p:cNvSpPr txBox="1"/>
            <p:nvPr/>
          </p:nvSpPr>
          <p:spPr>
            <a:xfrm>
              <a:off x="2696225" y="2422075"/>
              <a:ext cx="3511500" cy="81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27425">
              <a:noAutofit/>
            </a:bodyPr>
            <a:lstStyle/>
            <a:p>
              <a:pPr indent="0" lvl="0" marL="0" rtl="0"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031C00"/>
                  </a:solidFill>
                  <a:latin typeface="Corben"/>
                  <a:ea typeface="Corben"/>
                  <a:cs typeface="Corben"/>
                  <a:sym typeface="Corben"/>
                </a:rPr>
                <a:t>h(n) = √[(x₁-x₂)² + (y₁-y₂)²]</a:t>
              </a:r>
              <a:endParaRPr>
                <a:solidFill>
                  <a:srgbClr val="031C00"/>
                </a:solidFill>
                <a:latin typeface="Corben"/>
                <a:ea typeface="Corben"/>
                <a:cs typeface="Corben"/>
                <a:sym typeface="Corben"/>
              </a:endParaRPr>
            </a:p>
            <a:p>
              <a:pPr indent="0" lvl="0" marL="0" rtl="0"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031C00"/>
                  </a:solidFill>
                  <a:latin typeface="Corben"/>
                  <a:ea typeface="Corben"/>
                  <a:cs typeface="Corben"/>
                  <a:sym typeface="Corben"/>
                </a:rPr>
                <a:t>Best for: Continuous space, any-direction movement</a:t>
              </a:r>
              <a:endParaRPr>
                <a:solidFill>
                  <a:srgbClr val="031C00"/>
                </a:solidFill>
                <a:latin typeface="Corben"/>
                <a:ea typeface="Corben"/>
                <a:cs typeface="Corben"/>
                <a:sym typeface="Corben"/>
              </a:endParaRPr>
            </a:p>
            <a:p>
              <a:pPr indent="0" lvl="0" marL="0" rtl="0"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31C00"/>
                </a:solidFill>
                <a:latin typeface="Corben"/>
                <a:ea typeface="Corben"/>
                <a:cs typeface="Corben"/>
                <a:sym typeface="Corben"/>
              </a:endParaRPr>
            </a:p>
            <a:p>
              <a:pPr indent="0" lvl="0" marL="0" rtl="0"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31C00"/>
                </a:solidFill>
                <a:latin typeface="Corben"/>
                <a:ea typeface="Corben"/>
                <a:cs typeface="Corben"/>
                <a:sym typeface="Corben"/>
              </a:endParaRPr>
            </a:p>
          </p:txBody>
        </p:sp>
      </p:grpSp>
      <p:grpSp>
        <p:nvGrpSpPr>
          <p:cNvPr id="1539" name="Google Shape;1539;p142"/>
          <p:cNvGrpSpPr/>
          <p:nvPr/>
        </p:nvGrpSpPr>
        <p:grpSpPr>
          <a:xfrm>
            <a:off x="802509" y="1339474"/>
            <a:ext cx="3074388" cy="1390974"/>
            <a:chOff x="2428864" y="1778521"/>
            <a:chExt cx="4034100" cy="1586602"/>
          </a:xfrm>
        </p:grpSpPr>
        <p:sp>
          <p:nvSpPr>
            <p:cNvPr id="1540" name="Google Shape;1540;p142"/>
            <p:cNvSpPr/>
            <p:nvPr/>
          </p:nvSpPr>
          <p:spPr>
            <a:xfrm>
              <a:off x="2428864" y="2060422"/>
              <a:ext cx="4034100" cy="1304700"/>
            </a:xfrm>
            <a:prstGeom prst="roundRect">
              <a:avLst>
                <a:gd fmla="val 16667" name="adj"/>
              </a:avLst>
            </a:prstGeom>
            <a:solidFill>
              <a:srgbClr val="C0E6F1"/>
            </a:solidFill>
            <a:ln cap="flat" cmpd="sng" w="9525">
              <a:solidFill>
                <a:srgbClr val="031C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rotWithShape="0" algn="bl" dir="2580000" dist="342900">
                <a:srgbClr val="FF8964"/>
              </a:outerShdw>
            </a:effectLst>
          </p:spPr>
          <p:txBody>
            <a:bodyPr anchorCtr="0" anchor="ctr" bIns="137150" lIns="91425" spcFirstLastPara="1" rIns="91425" wrap="square" tIns="18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solidFill>
                  <a:srgbClr val="031C00"/>
                </a:solidFill>
                <a:latin typeface="Corben"/>
                <a:ea typeface="Corben"/>
                <a:cs typeface="Corben"/>
                <a:sym typeface="Corben"/>
              </a:endParaRPr>
            </a:p>
          </p:txBody>
        </p:sp>
        <p:sp>
          <p:nvSpPr>
            <p:cNvPr id="1541" name="Google Shape;1541;p142"/>
            <p:cNvSpPr/>
            <p:nvPr/>
          </p:nvSpPr>
          <p:spPr>
            <a:xfrm>
              <a:off x="2696236" y="1778521"/>
              <a:ext cx="2084100" cy="566100"/>
            </a:xfrm>
            <a:prstGeom prst="roundRect">
              <a:avLst>
                <a:gd fmla="val 16667" name="adj"/>
              </a:avLst>
            </a:prstGeom>
            <a:solidFill>
              <a:srgbClr val="F3F3F3"/>
            </a:solidFill>
            <a:ln cap="flat" cmpd="sng" w="9525">
              <a:solidFill>
                <a:srgbClr val="031C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75" lIns="182875" spcFirstLastPara="1" rIns="182875" wrap="square" tIns="1828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i="1" lang="en">
                  <a:solidFill>
                    <a:srgbClr val="031C00"/>
                  </a:solidFill>
                  <a:latin typeface="Inter Tight"/>
                  <a:ea typeface="Inter Tight"/>
                  <a:cs typeface="Inter Tight"/>
                  <a:sym typeface="Inter Tight"/>
                </a:rPr>
                <a:t>Manhattan Distance</a:t>
              </a:r>
              <a:endParaRPr b="1" i="1">
                <a:solidFill>
                  <a:srgbClr val="031C00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542" name="Google Shape;1542;p142"/>
            <p:cNvSpPr txBox="1"/>
            <p:nvPr/>
          </p:nvSpPr>
          <p:spPr>
            <a:xfrm>
              <a:off x="2696225" y="2422075"/>
              <a:ext cx="3511500" cy="81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27425">
              <a:noAutofit/>
            </a:bodyPr>
            <a:lstStyle/>
            <a:p>
              <a:pPr indent="0" lvl="0" marL="0" rtl="0"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031C00"/>
                  </a:solidFill>
                  <a:latin typeface="Corben"/>
                  <a:ea typeface="Corben"/>
                  <a:cs typeface="Corben"/>
                  <a:sym typeface="Corben"/>
                </a:rPr>
                <a:t>h(n) = |x₁ - x₂| + |y₁ - y₂|</a:t>
              </a:r>
              <a:endParaRPr>
                <a:solidFill>
                  <a:srgbClr val="031C00"/>
                </a:solidFill>
                <a:latin typeface="Corben"/>
                <a:ea typeface="Corben"/>
                <a:cs typeface="Corben"/>
                <a:sym typeface="Corben"/>
              </a:endParaRPr>
            </a:p>
            <a:p>
              <a:pPr indent="0" lvl="0" marL="0" rtl="0"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031C00"/>
                  </a:solidFill>
                  <a:latin typeface="Corben"/>
                  <a:ea typeface="Corben"/>
                  <a:cs typeface="Corben"/>
                  <a:sym typeface="Corben"/>
                </a:rPr>
                <a:t>Best for: Grid-based movement (4-directional)</a:t>
              </a:r>
              <a:endParaRPr>
                <a:solidFill>
                  <a:srgbClr val="031C00"/>
                </a:solidFill>
                <a:latin typeface="Corben"/>
                <a:ea typeface="Corben"/>
                <a:cs typeface="Corben"/>
                <a:sym typeface="Corben"/>
              </a:endParaRPr>
            </a:p>
            <a:p>
              <a:pPr indent="0" lvl="0" marL="0" rtl="0"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31C00"/>
                </a:solidFill>
                <a:latin typeface="Corben"/>
                <a:ea typeface="Corben"/>
                <a:cs typeface="Corben"/>
                <a:sym typeface="Corben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46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7" name="Google Shape;1547;p143"/>
          <p:cNvSpPr txBox="1"/>
          <p:nvPr/>
        </p:nvSpPr>
        <p:spPr>
          <a:xfrm>
            <a:off x="889750" y="598400"/>
            <a:ext cx="3798900" cy="5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73763"/>
                </a:solidFill>
                <a:latin typeface="Mulish"/>
                <a:ea typeface="Mulish"/>
                <a:cs typeface="Mulish"/>
                <a:sym typeface="Mulish"/>
              </a:rPr>
              <a:t>Result</a:t>
            </a:r>
            <a:endParaRPr b="1" sz="2200">
              <a:solidFill>
                <a:srgbClr val="073763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cxnSp>
        <p:nvCxnSpPr>
          <p:cNvPr id="1548" name="Google Shape;1548;p143"/>
          <p:cNvCxnSpPr/>
          <p:nvPr/>
        </p:nvCxnSpPr>
        <p:spPr>
          <a:xfrm>
            <a:off x="742950" y="670975"/>
            <a:ext cx="10500" cy="4233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49" name="Google Shape;1549;p1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2825" y="1232900"/>
            <a:ext cx="5943600" cy="327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53" name="Shape 1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4" name="Google Shape;1554;p144"/>
          <p:cNvSpPr txBox="1"/>
          <p:nvPr/>
        </p:nvSpPr>
        <p:spPr>
          <a:xfrm>
            <a:off x="889750" y="598400"/>
            <a:ext cx="3798900" cy="5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73763"/>
                </a:solidFill>
                <a:latin typeface="Mulish"/>
                <a:ea typeface="Mulish"/>
                <a:cs typeface="Mulish"/>
                <a:sym typeface="Mulish"/>
              </a:rPr>
              <a:t>Result</a:t>
            </a:r>
            <a:endParaRPr b="1" sz="2200">
              <a:solidFill>
                <a:srgbClr val="073763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cxnSp>
        <p:nvCxnSpPr>
          <p:cNvPr id="1555" name="Google Shape;1555;p144"/>
          <p:cNvCxnSpPr/>
          <p:nvPr/>
        </p:nvCxnSpPr>
        <p:spPr>
          <a:xfrm>
            <a:off x="742950" y="670975"/>
            <a:ext cx="10500" cy="4233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56" name="Google Shape;1556;p1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5825" y="1457325"/>
            <a:ext cx="5943600" cy="1114425"/>
          </a:xfrm>
          <a:prstGeom prst="rect">
            <a:avLst/>
          </a:prstGeom>
          <a:noFill/>
          <a:ln>
            <a:noFill/>
          </a:ln>
        </p:spPr>
      </p:pic>
      <p:sp>
        <p:nvSpPr>
          <p:cNvPr id="1557" name="Google Shape;1557;p144"/>
          <p:cNvSpPr txBox="1"/>
          <p:nvPr/>
        </p:nvSpPr>
        <p:spPr>
          <a:xfrm>
            <a:off x="1665825" y="2937950"/>
            <a:ext cx="5037600" cy="14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All heuristics → same </a:t>
            </a:r>
            <a:r>
              <a:rPr b="1"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optimal path</a:t>
            </a:r>
            <a:r>
              <a:rPr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.</a:t>
            </a:r>
            <a:br>
              <a:rPr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</a:br>
            <a:endParaRPr sz="120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Manhattan</a:t>
            </a:r>
            <a:r>
              <a:rPr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: less efficient in 8-direction grids.</a:t>
            </a:r>
            <a:br>
              <a:rPr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</a:br>
            <a:endParaRPr sz="120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Diagonal &amp; Euclidean</a:t>
            </a:r>
            <a:r>
              <a:rPr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: fewer explored nodes, faster.</a:t>
            </a:r>
            <a:br>
              <a:rPr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</a:br>
            <a:endParaRPr sz="120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Terrain cost influences path choice.</a:t>
            </a:r>
            <a:endParaRPr sz="120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1" name="Shape 1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2" name="Google Shape;1562;p1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9763" y="152400"/>
            <a:ext cx="7284636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6" name="Shape 1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7" name="Google Shape;1567;p146"/>
          <p:cNvSpPr txBox="1"/>
          <p:nvPr/>
        </p:nvSpPr>
        <p:spPr>
          <a:xfrm>
            <a:off x="889750" y="598400"/>
            <a:ext cx="3798900" cy="5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73763"/>
                </a:solidFill>
                <a:latin typeface="Mulish"/>
                <a:ea typeface="Mulish"/>
                <a:cs typeface="Mulish"/>
                <a:sym typeface="Mulish"/>
              </a:rPr>
              <a:t>Complexity</a:t>
            </a:r>
            <a:endParaRPr b="1" sz="2200">
              <a:solidFill>
                <a:srgbClr val="073763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cxnSp>
        <p:nvCxnSpPr>
          <p:cNvPr id="1568" name="Google Shape;1568;p146"/>
          <p:cNvCxnSpPr>
            <a:stCxn id="1567" idx="1"/>
          </p:cNvCxnSpPr>
          <p:nvPr/>
        </p:nvCxnSpPr>
        <p:spPr>
          <a:xfrm>
            <a:off x="889750" y="878600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69" name="Google Shape;1569;p146"/>
          <p:cNvCxnSpPr/>
          <p:nvPr/>
        </p:nvCxnSpPr>
        <p:spPr>
          <a:xfrm>
            <a:off x="742950" y="670975"/>
            <a:ext cx="10500" cy="4233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70" name="Google Shape;1570;p146"/>
          <p:cNvPicPr preferRelativeResize="0"/>
          <p:nvPr/>
        </p:nvPicPr>
        <p:blipFill rotWithShape="1">
          <a:blip r:embed="rId3">
            <a:alphaModFix/>
          </a:blip>
          <a:srcRect b="46637" l="2535" r="1421" t="16616"/>
          <a:stretch/>
        </p:blipFill>
        <p:spPr>
          <a:xfrm>
            <a:off x="1727200" y="1765300"/>
            <a:ext cx="6021925" cy="177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4" name="Shape 1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5" name="Google Shape;1575;p147"/>
          <p:cNvSpPr txBox="1"/>
          <p:nvPr/>
        </p:nvSpPr>
        <p:spPr>
          <a:xfrm>
            <a:off x="889750" y="598400"/>
            <a:ext cx="3798900" cy="5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73763"/>
                </a:solidFill>
                <a:latin typeface="Mulish"/>
                <a:ea typeface="Mulish"/>
                <a:cs typeface="Mulish"/>
                <a:sym typeface="Mulish"/>
              </a:rPr>
              <a:t>Real-World Applications</a:t>
            </a:r>
            <a:endParaRPr b="1" sz="2200">
              <a:solidFill>
                <a:srgbClr val="073763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cxnSp>
        <p:nvCxnSpPr>
          <p:cNvPr id="1576" name="Google Shape;1576;p147"/>
          <p:cNvCxnSpPr/>
          <p:nvPr/>
        </p:nvCxnSpPr>
        <p:spPr>
          <a:xfrm>
            <a:off x="800100" y="632000"/>
            <a:ext cx="0" cy="493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77" name="Google Shape;1577;p147"/>
          <p:cNvSpPr txBox="1"/>
          <p:nvPr/>
        </p:nvSpPr>
        <p:spPr>
          <a:xfrm>
            <a:off x="1674275" y="1485900"/>
            <a:ext cx="5482200" cy="21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rPr>
              <a:t>GPS navigation systems   :</a:t>
            </a:r>
            <a:r>
              <a:rPr lang="en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rPr>
              <a:t>  Finding  shortest route</a:t>
            </a:r>
            <a:endParaRPr>
              <a:solidFill>
                <a:schemeClr val="lt1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rPr>
              <a:t>Game AI :</a:t>
            </a:r>
            <a:r>
              <a:rPr lang="en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rPr>
              <a:t> NPC pathfinding</a:t>
            </a:r>
            <a:endParaRPr>
              <a:solidFill>
                <a:schemeClr val="lt1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rPr>
              <a:t>Robotics : </a:t>
            </a:r>
            <a:r>
              <a:rPr lang="en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rPr>
              <a:t>Robot navigation and planning</a:t>
            </a:r>
            <a:endParaRPr>
              <a:solidFill>
                <a:schemeClr val="lt1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rPr>
              <a:t>Network Routing </a:t>
            </a:r>
            <a:r>
              <a:rPr lang="en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rPr>
              <a:t>:  Optimal data packet path</a:t>
            </a:r>
            <a:endParaRPr>
              <a:solidFill>
                <a:schemeClr val="lt1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rPr>
              <a:t>Puzzle Solving :</a:t>
            </a:r>
            <a:r>
              <a:rPr lang="en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rPr>
              <a:t> 8 puzzle , 15 puzzle solve</a:t>
            </a:r>
            <a:endParaRPr>
              <a:solidFill>
                <a:schemeClr val="lt1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</a:t>
            </a:r>
            <a:endParaRPr sz="10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1" name="Shape 1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2" name="Google Shape;1582;p148"/>
          <p:cNvSpPr txBox="1"/>
          <p:nvPr/>
        </p:nvSpPr>
        <p:spPr>
          <a:xfrm>
            <a:off x="889750" y="598400"/>
            <a:ext cx="3798900" cy="5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73763"/>
                </a:solidFill>
                <a:latin typeface="Mulish"/>
                <a:ea typeface="Mulish"/>
                <a:cs typeface="Mulish"/>
                <a:sym typeface="Mulish"/>
              </a:rPr>
              <a:t>Conclusion</a:t>
            </a:r>
            <a:endParaRPr b="1" sz="2200">
              <a:solidFill>
                <a:srgbClr val="073763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cxnSp>
        <p:nvCxnSpPr>
          <p:cNvPr id="1583" name="Google Shape;1583;p148"/>
          <p:cNvCxnSpPr/>
          <p:nvPr/>
        </p:nvCxnSpPr>
        <p:spPr>
          <a:xfrm>
            <a:off x="800100" y="632000"/>
            <a:ext cx="0" cy="493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584" name="Google Shape;1584;p148"/>
          <p:cNvGrpSpPr/>
          <p:nvPr/>
        </p:nvGrpSpPr>
        <p:grpSpPr>
          <a:xfrm>
            <a:off x="2750623" y="1111324"/>
            <a:ext cx="4818771" cy="3297691"/>
            <a:chOff x="2428800" y="228600"/>
            <a:chExt cx="4286400" cy="3053700"/>
          </a:xfrm>
        </p:grpSpPr>
        <p:sp>
          <p:nvSpPr>
            <p:cNvPr id="1585" name="Google Shape;1585;p148"/>
            <p:cNvSpPr/>
            <p:nvPr/>
          </p:nvSpPr>
          <p:spPr>
            <a:xfrm>
              <a:off x="2428800" y="228600"/>
              <a:ext cx="4286400" cy="3053700"/>
            </a:xfrm>
            <a:prstGeom prst="roundRect">
              <a:avLst>
                <a:gd fmla="val 16667" name="adj"/>
              </a:avLst>
            </a:prstGeom>
            <a:solidFill>
              <a:srgbClr val="FA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586" name="Google Shape;1586;p148"/>
            <p:cNvSpPr/>
            <p:nvPr/>
          </p:nvSpPr>
          <p:spPr>
            <a:xfrm>
              <a:off x="2868366" y="1143414"/>
              <a:ext cx="483000" cy="483000"/>
            </a:xfrm>
            <a:prstGeom prst="roundRect">
              <a:avLst>
                <a:gd fmla="val 50000" name="adj"/>
              </a:avLst>
            </a:prstGeom>
            <a:solidFill>
              <a:srgbClr val="CFE2F3"/>
            </a:solidFill>
            <a:ln>
              <a:noFill/>
            </a:ln>
          </p:spPr>
          <p:txBody>
            <a:bodyPr anchorCtr="0" anchor="ctr" bIns="0" lIns="91425" spcFirstLastPara="1" rIns="91425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lt1"/>
                  </a:solidFill>
                  <a:latin typeface="Work Sans"/>
                  <a:ea typeface="Work Sans"/>
                  <a:cs typeface="Work Sans"/>
                  <a:sym typeface="Work Sans"/>
                </a:rPr>
                <a:t>2</a:t>
              </a:r>
              <a:endParaRPr sz="12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587" name="Google Shape;1587;p148"/>
            <p:cNvSpPr txBox="1"/>
            <p:nvPr/>
          </p:nvSpPr>
          <p:spPr>
            <a:xfrm>
              <a:off x="3492950" y="1143414"/>
              <a:ext cx="2880300" cy="48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91425" wrap="square" tIns="91425">
              <a:norm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Mulish"/>
                  <a:ea typeface="Mulish"/>
                  <a:cs typeface="Mulish"/>
                  <a:sym typeface="Mulish"/>
                </a:rPr>
                <a:t>Heuristic choice affects </a:t>
              </a:r>
              <a:r>
                <a:rPr b="1" lang="en" sz="1200">
                  <a:latin typeface="Mulish"/>
                  <a:ea typeface="Mulish"/>
                  <a:cs typeface="Mulish"/>
                  <a:sym typeface="Mulish"/>
                </a:rPr>
                <a:t>efficiency, not correctness</a:t>
              </a:r>
              <a:r>
                <a:rPr lang="en" sz="1200">
                  <a:latin typeface="Mulish"/>
                  <a:ea typeface="Mulish"/>
                  <a:cs typeface="Mulish"/>
                  <a:sym typeface="Mulish"/>
                </a:rPr>
                <a:t>.</a:t>
              </a:r>
              <a:endParaRPr sz="1200">
                <a:latin typeface="Mulish"/>
                <a:ea typeface="Mulish"/>
                <a:cs typeface="Mulish"/>
                <a:sym typeface="Mulish"/>
              </a:endParaRPr>
            </a:p>
          </p:txBody>
        </p:sp>
        <p:sp>
          <p:nvSpPr>
            <p:cNvPr id="1588" name="Google Shape;1588;p148"/>
            <p:cNvSpPr/>
            <p:nvPr/>
          </p:nvSpPr>
          <p:spPr>
            <a:xfrm>
              <a:off x="2868366" y="549895"/>
              <a:ext cx="483000" cy="483000"/>
            </a:xfrm>
            <a:prstGeom prst="roundRect">
              <a:avLst>
                <a:gd fmla="val 50000" name="adj"/>
              </a:avLst>
            </a:prstGeom>
            <a:solidFill>
              <a:srgbClr val="C9DAF8"/>
            </a:solidFill>
            <a:ln>
              <a:noFill/>
            </a:ln>
          </p:spPr>
          <p:txBody>
            <a:bodyPr anchorCtr="0" anchor="ctr" bIns="0" lIns="91425" spcFirstLastPara="1" rIns="91425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lt1"/>
                  </a:solidFill>
                  <a:latin typeface="Work Sans"/>
                  <a:ea typeface="Work Sans"/>
                  <a:cs typeface="Work Sans"/>
                  <a:sym typeface="Work Sans"/>
                </a:rPr>
                <a:t>1</a:t>
              </a:r>
              <a:endParaRPr sz="12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589" name="Google Shape;1589;p148"/>
            <p:cNvSpPr txBox="1"/>
            <p:nvPr/>
          </p:nvSpPr>
          <p:spPr>
            <a:xfrm>
              <a:off x="3492950" y="549900"/>
              <a:ext cx="2880300" cy="48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Mulish"/>
                  <a:ea typeface="Mulish"/>
                  <a:cs typeface="Mulish"/>
                  <a:sym typeface="Mulish"/>
                </a:rPr>
                <a:t>A* finds </a:t>
              </a:r>
              <a:r>
                <a:rPr b="1" lang="en" sz="1200">
                  <a:latin typeface="Mulish"/>
                  <a:ea typeface="Mulish"/>
                  <a:cs typeface="Mulish"/>
                  <a:sym typeface="Mulish"/>
                </a:rPr>
                <a:t>optimal path</a:t>
              </a:r>
              <a:r>
                <a:rPr lang="en" sz="1200">
                  <a:latin typeface="Mulish"/>
                  <a:ea typeface="Mulish"/>
                  <a:cs typeface="Mulish"/>
                  <a:sym typeface="Mulish"/>
                </a:rPr>
                <a:t> with obstacles and terrain costs.</a:t>
              </a:r>
              <a:endParaRPr sz="1200">
                <a:latin typeface="Mulish"/>
                <a:ea typeface="Mulish"/>
                <a:cs typeface="Mulish"/>
                <a:sym typeface="Mulish"/>
              </a:endParaRPr>
            </a:p>
          </p:txBody>
        </p:sp>
        <p:sp>
          <p:nvSpPr>
            <p:cNvPr id="1590" name="Google Shape;1590;p148"/>
            <p:cNvSpPr txBox="1"/>
            <p:nvPr/>
          </p:nvSpPr>
          <p:spPr>
            <a:xfrm>
              <a:off x="3492950" y="1736929"/>
              <a:ext cx="2880300" cy="48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91425" wrap="square" tIns="91425">
              <a:norm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latin typeface="Mulish"/>
                  <a:ea typeface="Mulish"/>
                  <a:cs typeface="Mulish"/>
                  <a:sym typeface="Mulish"/>
                </a:rPr>
                <a:t>Euclidean</a:t>
              </a:r>
              <a:r>
                <a:rPr lang="en" sz="1200">
                  <a:latin typeface="Mulish"/>
                  <a:ea typeface="Mulish"/>
                  <a:cs typeface="Mulish"/>
                  <a:sym typeface="Mulish"/>
                </a:rPr>
                <a:t> performs best in this setup.</a:t>
              </a:r>
              <a:endParaRPr sz="1200">
                <a:latin typeface="Mulish"/>
                <a:ea typeface="Mulish"/>
                <a:cs typeface="Mulish"/>
                <a:sym typeface="Mulish"/>
              </a:endParaRPr>
            </a:p>
          </p:txBody>
        </p:sp>
        <p:cxnSp>
          <p:nvCxnSpPr>
            <p:cNvPr id="1591" name="Google Shape;1591;p148"/>
            <p:cNvCxnSpPr/>
            <p:nvPr/>
          </p:nvCxnSpPr>
          <p:spPr>
            <a:xfrm flipH="1" rot="10800000">
              <a:off x="3109866" y="1022016"/>
              <a:ext cx="3135300" cy="6600"/>
            </a:xfrm>
            <a:prstGeom prst="straightConnector1">
              <a:avLst/>
            </a:prstGeom>
            <a:noFill/>
            <a:ln cap="flat" cmpd="sng" w="9525">
              <a:solidFill>
                <a:srgbClr val="34916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92" name="Google Shape;1592;p148"/>
            <p:cNvCxnSpPr/>
            <p:nvPr/>
          </p:nvCxnSpPr>
          <p:spPr>
            <a:xfrm flipH="1" rot="10800000">
              <a:off x="3109866" y="1613437"/>
              <a:ext cx="3135300" cy="6600"/>
            </a:xfrm>
            <a:prstGeom prst="straightConnector1">
              <a:avLst/>
            </a:prstGeom>
            <a:noFill/>
            <a:ln cap="flat" cmpd="sng" w="9525">
              <a:solidFill>
                <a:srgbClr val="34916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93" name="Google Shape;1593;p148"/>
            <p:cNvCxnSpPr/>
            <p:nvPr/>
          </p:nvCxnSpPr>
          <p:spPr>
            <a:xfrm flipH="1" rot="10800000">
              <a:off x="3109866" y="2210055"/>
              <a:ext cx="3135300" cy="6600"/>
            </a:xfrm>
            <a:prstGeom prst="straightConnector1">
              <a:avLst/>
            </a:prstGeom>
            <a:noFill/>
            <a:ln cap="flat" cmpd="sng" w="9525">
              <a:solidFill>
                <a:srgbClr val="34916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94" name="Google Shape;1594;p148"/>
            <p:cNvSpPr/>
            <p:nvPr/>
          </p:nvSpPr>
          <p:spPr>
            <a:xfrm>
              <a:off x="2868366" y="1736957"/>
              <a:ext cx="483000" cy="483000"/>
            </a:xfrm>
            <a:prstGeom prst="roundRect">
              <a:avLst>
                <a:gd fmla="val 50000" name="adj"/>
              </a:avLst>
            </a:prstGeom>
            <a:solidFill>
              <a:srgbClr val="CFE2F3"/>
            </a:solidFill>
            <a:ln>
              <a:noFill/>
            </a:ln>
          </p:spPr>
          <p:txBody>
            <a:bodyPr anchorCtr="0" anchor="ctr" bIns="0" lIns="91425" spcFirstLastPara="1" rIns="91425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lt1"/>
                  </a:solidFill>
                  <a:latin typeface="Work Sans"/>
                  <a:ea typeface="Work Sans"/>
                  <a:cs typeface="Work Sans"/>
                  <a:sym typeface="Work Sans"/>
                </a:rPr>
                <a:t>3</a:t>
              </a:r>
              <a:endParaRPr sz="12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8" name="Shape 1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9" name="Google Shape;1599;p149"/>
          <p:cNvSpPr txBox="1"/>
          <p:nvPr/>
        </p:nvSpPr>
        <p:spPr>
          <a:xfrm>
            <a:off x="3053250" y="1963200"/>
            <a:ext cx="3037500" cy="12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THANK YOU</a:t>
            </a:r>
            <a:endParaRPr b="1" sz="33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ark Particles">
  <a:themeElements>
    <a:clrScheme name="Simple Light">
      <a:dk1>
        <a:srgbClr val="000000"/>
      </a:dk1>
      <a:lt1>
        <a:srgbClr val="FFFFFF"/>
      </a:lt1>
      <a:dk2>
        <a:srgbClr val="F5F5F5"/>
      </a:dk2>
      <a:lt2>
        <a:srgbClr val="323232"/>
      </a:lt2>
      <a:accent1>
        <a:srgbClr val="434343"/>
      </a:accent1>
      <a:accent2>
        <a:srgbClr val="252525"/>
      </a:accent2>
      <a:accent3>
        <a:srgbClr val="DEFF9A"/>
      </a:accent3>
      <a:accent4>
        <a:srgbClr val="DAFFDE"/>
      </a:accent4>
      <a:accent5>
        <a:srgbClr val="4CDC8B"/>
      </a:accent5>
      <a:accent6>
        <a:srgbClr val="4C7FDC"/>
      </a:accent6>
      <a:hlink>
        <a:srgbClr val="18181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stel gradients">
  <a:themeElements>
    <a:clrScheme name="Simple Light">
      <a:dk1>
        <a:srgbClr val="F4F4F4"/>
      </a:dk1>
      <a:lt1>
        <a:srgbClr val="202124"/>
      </a:lt1>
      <a:dk2>
        <a:srgbClr val="E8F0FE"/>
      </a:dk2>
      <a:lt2>
        <a:srgbClr val="FEFEFE"/>
      </a:lt2>
      <a:accent1>
        <a:srgbClr val="FFFFBE"/>
      </a:accent1>
      <a:accent2>
        <a:srgbClr val="AECBFA"/>
      </a:accent2>
      <a:accent3>
        <a:srgbClr val="FFC9C9"/>
      </a:accent3>
      <a:accent4>
        <a:srgbClr val="F9F93D"/>
      </a:accent4>
      <a:accent5>
        <a:srgbClr val="747474"/>
      </a:accent5>
      <a:accent6>
        <a:srgbClr val="5A5A5A"/>
      </a:accent6>
      <a:hlink>
        <a:srgbClr val="FFC9C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TRATEGIC PITCH PRESENTATION">
  <a:themeElements>
    <a:clrScheme name="Simple Light">
      <a:dk1>
        <a:srgbClr val="000000"/>
      </a:dk1>
      <a:lt1>
        <a:srgbClr val="FAFAFA"/>
      </a:lt1>
      <a:dk2>
        <a:srgbClr val="CCCCCC"/>
      </a:dk2>
      <a:lt2>
        <a:srgbClr val="F3F3F3"/>
      </a:lt2>
      <a:accent1>
        <a:srgbClr val="FBE2C4"/>
      </a:accent1>
      <a:accent2>
        <a:srgbClr val="FFCCE4"/>
      </a:accent2>
      <a:accent3>
        <a:srgbClr val="C0E9FF"/>
      </a:accent3>
      <a:accent4>
        <a:srgbClr val="D2FD78"/>
      </a:accent4>
      <a:accent5>
        <a:srgbClr val="FAEA32"/>
      </a:accent5>
      <a:accent6>
        <a:srgbClr val="CBB2FE"/>
      </a:accent6>
      <a:hlink>
        <a:srgbClr val="C0E9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